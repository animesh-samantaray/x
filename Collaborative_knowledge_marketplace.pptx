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NapkinAiOrigin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53025" type="screen4x3"/>
  <p:notesSz cx="6858000" cy="9144000"/>
  <p:embeddedFontLst>
    <p:embeddedFont>
      <p:font typeface="Montserrat" pitchFamily="2" charset="0"/>
      <p:regular r:id="rId22"/>
      <p:bold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font1.fntdata"/><Relationship Id="rId23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2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8867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61C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48655" y="3575903"/>
            <a:ext cx="2703841" cy="283621"/>
          </a:xfrm>
          <a:custGeom>
            <a:avLst/>
            <a:gdLst/>
            <a:ahLst/>
            <a:cxnLst/>
            <a:rect l="0" t="0" r="0" b="0"/>
            <a:pathLst>
              <a:path w="2703841" h="283621">
                <a:moveTo>
                  <a:pt x="2703841" y="235345"/>
                </a:moveTo>
                <a:cubicBezTo>
                  <a:pt x="2703841" y="262007"/>
                  <a:pt x="2682226" y="283621"/>
                  <a:pt x="2655564" y="283621"/>
                </a:cubicBezTo>
                <a:cubicBezTo>
                  <a:pt x="2628902" y="283621"/>
                  <a:pt x="2607287" y="262007"/>
                  <a:pt x="2607287" y="235345"/>
                </a:cubicBezTo>
                <a:cubicBezTo>
                  <a:pt x="2607287" y="208682"/>
                  <a:pt x="2628902" y="187068"/>
                  <a:pt x="2655564" y="187068"/>
                </a:cubicBezTo>
                <a:cubicBezTo>
                  <a:pt x="2682226" y="187068"/>
                  <a:pt x="2703841" y="208682"/>
                  <a:pt x="2703841" y="235345"/>
                </a:cubicBezTo>
                <a:close/>
                <a:moveTo>
                  <a:pt x="96901" y="235345"/>
                </a:moveTo>
                <a:cubicBezTo>
                  <a:pt x="96901" y="262007"/>
                  <a:pt x="75209" y="283621"/>
                  <a:pt x="48450" y="283621"/>
                </a:cubicBezTo>
                <a:cubicBezTo>
                  <a:pt x="21692" y="283621"/>
                  <a:pt x="0" y="262007"/>
                  <a:pt x="0" y="235345"/>
                </a:cubicBezTo>
                <a:cubicBezTo>
                  <a:pt x="0" y="208682"/>
                  <a:pt x="21692" y="187068"/>
                  <a:pt x="48450" y="187068"/>
                </a:cubicBezTo>
                <a:cubicBezTo>
                  <a:pt x="75209" y="187068"/>
                  <a:pt x="96901" y="208682"/>
                  <a:pt x="96901" y="235345"/>
                </a:cubicBezTo>
                <a:close/>
                <a:moveTo>
                  <a:pt x="2655564" y="187068"/>
                </a:moveTo>
                <a:lnTo>
                  <a:pt x="2655564" y="0"/>
                </a:lnTo>
                <a:moveTo>
                  <a:pt x="48622" y="2007"/>
                </a:moveTo>
                <a:lnTo>
                  <a:pt x="48622" y="187068"/>
                </a:lnTo>
                <a:moveTo>
                  <a:pt x="2607407" y="235549"/>
                </a:moveTo>
                <a:lnTo>
                  <a:pt x="1488877" y="235549"/>
                </a:lnTo>
                <a:moveTo>
                  <a:pt x="1215309" y="235550"/>
                </a:moveTo>
                <a:lnTo>
                  <a:pt x="96899" y="235549"/>
                </a:lnTo>
              </a:path>
            </a:pathLst>
          </a:custGeom>
          <a:noFill/>
          <a:ln w="12065">
            <a:solidFill>
              <a:srgbClr val="C5C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19351" y="3682514"/>
            <a:ext cx="762799" cy="949441"/>
          </a:xfrm>
          <a:custGeom>
            <a:avLst/>
            <a:gdLst/>
            <a:ahLst/>
            <a:cxnLst/>
            <a:rect l="0" t="0" r="0" b="0"/>
            <a:pathLst>
              <a:path w="762799" h="949441">
                <a:moveTo>
                  <a:pt x="381399" y="0"/>
                </a:moveTo>
                <a:cubicBezTo>
                  <a:pt x="321276" y="0"/>
                  <a:pt x="270779" y="41215"/>
                  <a:pt x="256620" y="96934"/>
                </a:cubicBezTo>
                <a:lnTo>
                  <a:pt x="4759" y="918226"/>
                </a:lnTo>
                <a:cubicBezTo>
                  <a:pt x="0" y="933744"/>
                  <a:pt x="11605" y="949441"/>
                  <a:pt x="27836" y="949441"/>
                </a:cubicBezTo>
                <a:lnTo>
                  <a:pt x="734963" y="949441"/>
                </a:lnTo>
                <a:cubicBezTo>
                  <a:pt x="751194" y="949441"/>
                  <a:pt x="762799" y="933744"/>
                  <a:pt x="758040" y="918226"/>
                </a:cubicBezTo>
                <a:lnTo>
                  <a:pt x="506194" y="96990"/>
                </a:lnTo>
                <a:cubicBezTo>
                  <a:pt x="492055" y="41243"/>
                  <a:pt x="441544" y="0"/>
                  <a:pt x="381399" y="0"/>
                </a:cubicBezTo>
                <a:close/>
                <a:moveTo>
                  <a:pt x="381401" y="185060"/>
                </a:moveTo>
                <a:cubicBezTo>
                  <a:pt x="350295" y="185060"/>
                  <a:pt x="325078" y="159844"/>
                  <a:pt x="325078" y="128737"/>
                </a:cubicBezTo>
                <a:cubicBezTo>
                  <a:pt x="325078" y="97631"/>
                  <a:pt x="350295" y="72415"/>
                  <a:pt x="381401" y="72415"/>
                </a:cubicBezTo>
                <a:cubicBezTo>
                  <a:pt x="412507" y="72415"/>
                  <a:pt x="437724" y="97631"/>
                  <a:pt x="437724" y="128737"/>
                </a:cubicBezTo>
                <a:cubicBezTo>
                  <a:pt x="437724" y="159844"/>
                  <a:pt x="412507" y="185060"/>
                  <a:pt x="381401" y="185060"/>
                </a:cubicBezTo>
                <a:close/>
              </a:path>
            </a:pathLst>
          </a:custGeom>
          <a:noFill/>
          <a:ln w="12065">
            <a:solidFill>
              <a:srgbClr val="C5C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86963" y="3280208"/>
            <a:ext cx="1834514" cy="289660"/>
          </a:xfrm>
          <a:custGeom>
            <a:avLst/>
            <a:gdLst/>
            <a:ahLst/>
            <a:cxnLst/>
            <a:rect l="0" t="0" r="0" b="0"/>
            <a:pathLst>
              <a:path w="1834514" h="289660">
                <a:moveTo>
                  <a:pt x="8699" y="46099"/>
                </a:moveTo>
                <a:cubicBezTo>
                  <a:pt x="2722" y="39460"/>
                  <a:pt x="0" y="30783"/>
                  <a:pt x="0" y="21850"/>
                </a:cubicBezTo>
                <a:cubicBezTo>
                  <a:pt x="0" y="9782"/>
                  <a:pt x="9782" y="0"/>
                  <a:pt x="21850" y="0"/>
                </a:cubicBezTo>
                <a:lnTo>
                  <a:pt x="1812664" y="0"/>
                </a:lnTo>
                <a:cubicBezTo>
                  <a:pt x="1824732" y="0"/>
                  <a:pt x="1834514" y="9782"/>
                  <a:pt x="1834514" y="21850"/>
                </a:cubicBezTo>
                <a:cubicBezTo>
                  <a:pt x="1834514" y="30783"/>
                  <a:pt x="1831792" y="39460"/>
                  <a:pt x="1825815" y="46099"/>
                </a:cubicBezTo>
                <a:cubicBezTo>
                  <a:pt x="1782627" y="94071"/>
                  <a:pt x="1566719" y="289660"/>
                  <a:pt x="917257" y="289660"/>
                </a:cubicBezTo>
                <a:cubicBezTo>
                  <a:pt x="267795" y="289660"/>
                  <a:pt x="51887" y="94071"/>
                  <a:pt x="8699" y="46099"/>
                </a:cubicBezTo>
                <a:close/>
              </a:path>
            </a:pathLst>
          </a:custGeom>
          <a:noFill/>
          <a:ln w="12065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80021" y="3280208"/>
            <a:ext cx="1834514" cy="289660"/>
          </a:xfrm>
          <a:custGeom>
            <a:avLst/>
            <a:gdLst/>
            <a:ahLst/>
            <a:cxnLst/>
            <a:rect l="0" t="0" r="0" b="0"/>
            <a:pathLst>
              <a:path w="1834514" h="289660">
                <a:moveTo>
                  <a:pt x="8699" y="46099"/>
                </a:moveTo>
                <a:cubicBezTo>
                  <a:pt x="2722" y="39460"/>
                  <a:pt x="0" y="30783"/>
                  <a:pt x="0" y="21850"/>
                </a:cubicBezTo>
                <a:cubicBezTo>
                  <a:pt x="0" y="9782"/>
                  <a:pt x="9782" y="0"/>
                  <a:pt x="21850" y="0"/>
                </a:cubicBezTo>
                <a:lnTo>
                  <a:pt x="1812664" y="0"/>
                </a:lnTo>
                <a:cubicBezTo>
                  <a:pt x="1824732" y="0"/>
                  <a:pt x="1834514" y="9782"/>
                  <a:pt x="1834514" y="21850"/>
                </a:cubicBezTo>
                <a:cubicBezTo>
                  <a:pt x="1834514" y="30783"/>
                  <a:pt x="1831792" y="39460"/>
                  <a:pt x="1825815" y="46099"/>
                </a:cubicBezTo>
                <a:cubicBezTo>
                  <a:pt x="1782627" y="94071"/>
                  <a:pt x="1566719" y="289660"/>
                  <a:pt x="917257" y="289660"/>
                </a:cubicBezTo>
                <a:cubicBezTo>
                  <a:pt x="267795" y="289660"/>
                  <a:pt x="51887" y="94071"/>
                  <a:pt x="8699" y="46099"/>
                </a:cubicBezTo>
                <a:close/>
              </a:path>
            </a:pathLst>
          </a:custGeom>
          <a:noFill/>
          <a:ln w="12065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6937057" y="1532575"/>
            <a:ext cx="821369" cy="347624"/>
            <a:chOff x="6937057" y="1527813"/>
            <a:chExt cx="821369" cy="347624"/>
          </a:xfrm>
        </p:grpSpPr>
        <p:sp>
          <p:nvSpPr>
            <p:cNvPr id="6" name="TextBox 5"/>
            <p:cNvSpPr txBox="1"/>
            <p:nvPr/>
          </p:nvSpPr>
          <p:spPr>
            <a:xfrm>
              <a:off x="6937057" y="1527813"/>
              <a:ext cx="944574" cy="173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C5C8E8"/>
                  </a:solidFill>
                  <a:latin typeface="Montserrat"/>
                </a:rPr>
                <a:t>Structured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937057" y="1701645"/>
              <a:ext cx="944574" cy="173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C5C8E8"/>
                  </a:solidFill>
                  <a:latin typeface="Montserrat"/>
                </a:rPr>
                <a:t>Ecosystem</a:t>
              </a:r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3836343" y="1984783"/>
            <a:ext cx="370121" cy="370121"/>
          </a:xfrm>
          <a:custGeom>
            <a:avLst/>
            <a:gdLst/>
            <a:ahLst/>
            <a:cxnLst/>
            <a:rect l="0" t="0" r="0" b="0"/>
            <a:pathLst>
              <a:path w="370121" h="370121">
                <a:moveTo>
                  <a:pt x="185060" y="0"/>
                </a:moveTo>
                <a:lnTo>
                  <a:pt x="249429" y="64368"/>
                </a:lnTo>
                <a:moveTo>
                  <a:pt x="249429" y="0"/>
                </a:moveTo>
                <a:lnTo>
                  <a:pt x="185060" y="64368"/>
                </a:lnTo>
                <a:moveTo>
                  <a:pt x="297706" y="164945"/>
                </a:moveTo>
                <a:cubicBezTo>
                  <a:pt x="297706" y="184942"/>
                  <a:pt x="313917" y="201152"/>
                  <a:pt x="333913" y="201152"/>
                </a:cubicBezTo>
                <a:cubicBezTo>
                  <a:pt x="353910" y="201152"/>
                  <a:pt x="370121" y="184942"/>
                  <a:pt x="370121" y="164945"/>
                </a:cubicBezTo>
                <a:cubicBezTo>
                  <a:pt x="370121" y="144948"/>
                  <a:pt x="353910" y="128737"/>
                  <a:pt x="333913" y="128737"/>
                </a:cubicBezTo>
                <a:cubicBezTo>
                  <a:pt x="313917" y="128737"/>
                  <a:pt x="297706" y="144948"/>
                  <a:pt x="297706" y="164945"/>
                </a:cubicBezTo>
                <a:close/>
                <a:moveTo>
                  <a:pt x="241383" y="155821"/>
                </a:moveTo>
                <a:cubicBezTo>
                  <a:pt x="263583" y="97233"/>
                  <a:pt x="310798" y="51629"/>
                  <a:pt x="370121" y="31476"/>
                </a:cubicBezTo>
                <a:moveTo>
                  <a:pt x="321876" y="21499"/>
                </a:moveTo>
                <a:lnTo>
                  <a:pt x="370121" y="31476"/>
                </a:lnTo>
                <a:lnTo>
                  <a:pt x="350794" y="73541"/>
                </a:lnTo>
                <a:moveTo>
                  <a:pt x="112645" y="370121"/>
                </a:moveTo>
                <a:lnTo>
                  <a:pt x="120691" y="273568"/>
                </a:lnTo>
                <a:lnTo>
                  <a:pt x="160922" y="273568"/>
                </a:lnTo>
                <a:lnTo>
                  <a:pt x="160922" y="217245"/>
                </a:lnTo>
                <a:cubicBezTo>
                  <a:pt x="160922" y="172807"/>
                  <a:pt x="124898" y="136784"/>
                  <a:pt x="80461" y="136784"/>
                </a:cubicBezTo>
                <a:cubicBezTo>
                  <a:pt x="36023" y="136784"/>
                  <a:pt x="0" y="172807"/>
                  <a:pt x="0" y="217245"/>
                </a:cubicBezTo>
                <a:lnTo>
                  <a:pt x="0" y="273568"/>
                </a:lnTo>
                <a:lnTo>
                  <a:pt x="40230" y="273568"/>
                </a:lnTo>
                <a:lnTo>
                  <a:pt x="48276" y="370121"/>
                </a:lnTo>
                <a:close/>
                <a:moveTo>
                  <a:pt x="24138" y="56322"/>
                </a:moveTo>
                <a:cubicBezTo>
                  <a:pt x="24138" y="87429"/>
                  <a:pt x="49354" y="112645"/>
                  <a:pt x="80461" y="112645"/>
                </a:cubicBezTo>
                <a:cubicBezTo>
                  <a:pt x="111567" y="112645"/>
                  <a:pt x="136784" y="87429"/>
                  <a:pt x="136784" y="56322"/>
                </a:cubicBezTo>
                <a:cubicBezTo>
                  <a:pt x="136784" y="25216"/>
                  <a:pt x="111567" y="0"/>
                  <a:pt x="80461" y="0"/>
                </a:cubicBezTo>
                <a:cubicBezTo>
                  <a:pt x="49354" y="0"/>
                  <a:pt x="24138" y="25216"/>
                  <a:pt x="24138" y="56322"/>
                </a:cubicBezTo>
                <a:close/>
              </a:path>
            </a:pathLst>
          </a:custGeom>
          <a:noFill/>
          <a:ln w="12065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4330114" y="1996032"/>
            <a:ext cx="1067590" cy="347623"/>
            <a:chOff x="4330114" y="1991270"/>
            <a:chExt cx="1067590" cy="347623"/>
          </a:xfrm>
        </p:grpSpPr>
        <p:sp>
          <p:nvSpPr>
            <p:cNvPr id="10" name="TextBox 9"/>
            <p:cNvSpPr txBox="1"/>
            <p:nvPr/>
          </p:nvSpPr>
          <p:spPr>
            <a:xfrm>
              <a:off x="4330114" y="1991270"/>
              <a:ext cx="1227728" cy="173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C5C8E8"/>
                  </a:solidFill>
                  <a:latin typeface="Montserrat"/>
                </a:rPr>
                <a:t>Lack of Expert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30114" y="2165101"/>
              <a:ext cx="1227728" cy="173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C5C8E8"/>
                  </a:solidFill>
                  <a:latin typeface="Montserrat"/>
                </a:rPr>
                <a:t>Guidance</a:t>
              </a:r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6435240" y="2082946"/>
            <a:ext cx="374146" cy="372132"/>
          </a:xfrm>
          <a:custGeom>
            <a:avLst/>
            <a:gdLst/>
            <a:ahLst/>
            <a:cxnLst/>
            <a:rect l="0" t="0" r="0" b="0"/>
            <a:pathLst>
              <a:path w="374146" h="372132">
                <a:moveTo>
                  <a:pt x="0" y="0"/>
                </a:moveTo>
                <a:moveTo>
                  <a:pt x="257475" y="223281"/>
                </a:moveTo>
                <a:lnTo>
                  <a:pt x="250853" y="210037"/>
                </a:lnTo>
                <a:cubicBezTo>
                  <a:pt x="245199" y="198726"/>
                  <a:pt x="247414" y="185065"/>
                  <a:pt x="256357" y="176123"/>
                </a:cubicBezTo>
                <a:cubicBezTo>
                  <a:pt x="267377" y="165103"/>
                  <a:pt x="273568" y="150157"/>
                  <a:pt x="273568" y="134573"/>
                </a:cubicBezTo>
                <a:lnTo>
                  <a:pt x="273568" y="94543"/>
                </a:lnTo>
                <a:cubicBezTo>
                  <a:pt x="273568" y="50106"/>
                  <a:pt x="237543" y="14082"/>
                  <a:pt x="193106" y="14082"/>
                </a:cubicBezTo>
                <a:cubicBezTo>
                  <a:pt x="148669" y="14082"/>
                  <a:pt x="112645" y="50106"/>
                  <a:pt x="112645" y="94543"/>
                </a:cubicBezTo>
                <a:lnTo>
                  <a:pt x="112645" y="134573"/>
                </a:lnTo>
                <a:cubicBezTo>
                  <a:pt x="112645" y="150157"/>
                  <a:pt x="118836" y="165103"/>
                  <a:pt x="129856" y="176123"/>
                </a:cubicBezTo>
                <a:cubicBezTo>
                  <a:pt x="138798" y="185065"/>
                  <a:pt x="141015" y="198726"/>
                  <a:pt x="135359" y="210037"/>
                </a:cubicBezTo>
                <a:lnTo>
                  <a:pt x="128737" y="223281"/>
                </a:lnTo>
                <a:moveTo>
                  <a:pt x="114350" y="78451"/>
                </a:moveTo>
                <a:lnTo>
                  <a:pt x="271863" y="78451"/>
                </a:lnTo>
                <a:moveTo>
                  <a:pt x="113022" y="86497"/>
                </a:moveTo>
                <a:cubicBezTo>
                  <a:pt x="113022" y="113160"/>
                  <a:pt x="134535" y="134774"/>
                  <a:pt x="161073" y="134774"/>
                </a:cubicBezTo>
                <a:lnTo>
                  <a:pt x="225140" y="134774"/>
                </a:lnTo>
                <a:cubicBezTo>
                  <a:pt x="251677" y="134774"/>
                  <a:pt x="273189" y="113160"/>
                  <a:pt x="273189" y="86497"/>
                </a:cubicBezTo>
                <a:moveTo>
                  <a:pt x="54311" y="311788"/>
                </a:moveTo>
                <a:cubicBezTo>
                  <a:pt x="77641" y="311788"/>
                  <a:pt x="96553" y="292877"/>
                  <a:pt x="96553" y="269546"/>
                </a:cubicBezTo>
                <a:cubicBezTo>
                  <a:pt x="96553" y="246217"/>
                  <a:pt x="77641" y="227304"/>
                  <a:pt x="54311" y="227304"/>
                </a:cubicBezTo>
                <a:cubicBezTo>
                  <a:pt x="30981" y="227304"/>
                  <a:pt x="12069" y="246217"/>
                  <a:pt x="12069" y="269546"/>
                </a:cubicBezTo>
                <a:cubicBezTo>
                  <a:pt x="12069" y="292877"/>
                  <a:pt x="30981" y="311788"/>
                  <a:pt x="54311" y="311788"/>
                </a:cubicBezTo>
                <a:close/>
                <a:moveTo>
                  <a:pt x="120917" y="367834"/>
                </a:moveTo>
                <a:cubicBezTo>
                  <a:pt x="116649" y="357863"/>
                  <a:pt x="110196" y="348979"/>
                  <a:pt x="102035" y="341836"/>
                </a:cubicBezTo>
                <a:cubicBezTo>
                  <a:pt x="93874" y="334692"/>
                  <a:pt x="84212" y="329474"/>
                  <a:pt x="73764" y="326566"/>
                </a:cubicBezTo>
                <a:cubicBezTo>
                  <a:pt x="63315" y="323656"/>
                  <a:pt x="52347" y="323132"/>
                  <a:pt x="41668" y="325030"/>
                </a:cubicBezTo>
                <a:cubicBezTo>
                  <a:pt x="30990" y="326929"/>
                  <a:pt x="20875" y="331202"/>
                  <a:pt x="12069" y="337533"/>
                </a:cubicBezTo>
                <a:moveTo>
                  <a:pt x="331902" y="311788"/>
                </a:moveTo>
                <a:cubicBezTo>
                  <a:pt x="355231" y="311788"/>
                  <a:pt x="374144" y="292877"/>
                  <a:pt x="374144" y="269546"/>
                </a:cubicBezTo>
                <a:cubicBezTo>
                  <a:pt x="374144" y="246217"/>
                  <a:pt x="355231" y="227304"/>
                  <a:pt x="331902" y="227304"/>
                </a:cubicBezTo>
                <a:cubicBezTo>
                  <a:pt x="308573" y="227304"/>
                  <a:pt x="289660" y="246217"/>
                  <a:pt x="289660" y="269546"/>
                </a:cubicBezTo>
                <a:cubicBezTo>
                  <a:pt x="289660" y="292877"/>
                  <a:pt x="308573" y="311788"/>
                  <a:pt x="331902" y="311788"/>
                </a:cubicBezTo>
                <a:close/>
                <a:moveTo>
                  <a:pt x="265298" y="367834"/>
                </a:moveTo>
                <a:cubicBezTo>
                  <a:pt x="269565" y="357863"/>
                  <a:pt x="276018" y="348979"/>
                  <a:pt x="284179" y="341836"/>
                </a:cubicBezTo>
                <a:cubicBezTo>
                  <a:pt x="292341" y="334692"/>
                  <a:pt x="302003" y="329474"/>
                  <a:pt x="312451" y="326566"/>
                </a:cubicBezTo>
                <a:cubicBezTo>
                  <a:pt x="322898" y="323656"/>
                  <a:pt x="333867" y="323132"/>
                  <a:pt x="344546" y="325030"/>
                </a:cubicBezTo>
                <a:cubicBezTo>
                  <a:pt x="355224" y="326929"/>
                  <a:pt x="365340" y="331202"/>
                  <a:pt x="374146" y="337533"/>
                </a:cubicBezTo>
                <a:moveTo>
                  <a:pt x="196697" y="311788"/>
                </a:moveTo>
                <a:cubicBezTo>
                  <a:pt x="220027" y="311788"/>
                  <a:pt x="238939" y="292877"/>
                  <a:pt x="238939" y="269546"/>
                </a:cubicBezTo>
                <a:cubicBezTo>
                  <a:pt x="238939" y="246217"/>
                  <a:pt x="220027" y="227304"/>
                  <a:pt x="196697" y="227304"/>
                </a:cubicBezTo>
                <a:cubicBezTo>
                  <a:pt x="173368" y="227304"/>
                  <a:pt x="154455" y="246217"/>
                  <a:pt x="154455" y="269546"/>
                </a:cubicBezTo>
                <a:cubicBezTo>
                  <a:pt x="154455" y="292877"/>
                  <a:pt x="173368" y="311788"/>
                  <a:pt x="196697" y="311788"/>
                </a:cubicBezTo>
                <a:close/>
                <a:moveTo>
                  <a:pt x="264701" y="372132"/>
                </a:moveTo>
                <a:cubicBezTo>
                  <a:pt x="259781" y="358024"/>
                  <a:pt x="250594" y="345796"/>
                  <a:pt x="238412" y="337143"/>
                </a:cubicBezTo>
                <a:cubicBezTo>
                  <a:pt x="226232" y="328490"/>
                  <a:pt x="211661" y="323841"/>
                  <a:pt x="196719" y="323841"/>
                </a:cubicBezTo>
                <a:cubicBezTo>
                  <a:pt x="181777" y="323841"/>
                  <a:pt x="167206" y="328490"/>
                  <a:pt x="155026" y="337143"/>
                </a:cubicBezTo>
                <a:cubicBezTo>
                  <a:pt x="142844" y="345796"/>
                  <a:pt x="133657" y="358024"/>
                  <a:pt x="128737" y="372132"/>
                </a:cubicBezTo>
              </a:path>
            </a:pathLst>
          </a:custGeom>
          <a:noFill/>
          <a:ln w="12065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7057" y="2189156"/>
            <a:ext cx="1393317" cy="1737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C5C8E8"/>
                </a:solidFill>
                <a:latin typeface="Montserrat"/>
              </a:rPr>
              <a:t>Expert Guidance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90525" y="2290783"/>
            <a:ext cx="2350608" cy="617219"/>
            <a:chOff x="390525" y="2286021"/>
            <a:chExt cx="2350608" cy="617219"/>
          </a:xfrm>
        </p:grpSpPr>
        <p:sp>
          <p:nvSpPr>
            <p:cNvPr id="15" name="TextBox 14"/>
            <p:cNvSpPr txBox="1"/>
            <p:nvPr/>
          </p:nvSpPr>
          <p:spPr>
            <a:xfrm>
              <a:off x="390525" y="2286021"/>
              <a:ext cx="2703199" cy="205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C5C8E8"/>
                  </a:solidFill>
                  <a:latin typeface="Montserrat"/>
                </a:rPr>
                <a:t>Centralizing fragmented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0525" y="2491760"/>
              <a:ext cx="270319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C5C8E8"/>
                  </a:solidFill>
                  <a:latin typeface="Montserrat"/>
                </a:rPr>
                <a:t>learning into a structured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0525" y="2697500"/>
              <a:ext cx="270319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C5C8E8"/>
                  </a:solidFill>
                  <a:latin typeface="Montserrat"/>
                </a:rPr>
                <a:t>ecosystem</a:t>
              </a:r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3846225" y="2664647"/>
            <a:ext cx="335422" cy="362109"/>
          </a:xfrm>
          <a:custGeom>
            <a:avLst/>
            <a:gdLst/>
            <a:ahLst/>
            <a:cxnLst/>
            <a:rect l="0" t="0" r="0" b="0"/>
            <a:pathLst>
              <a:path w="335422" h="362109">
                <a:moveTo>
                  <a:pt x="51250" y="362109"/>
                </a:moveTo>
                <a:lnTo>
                  <a:pt x="51250" y="261291"/>
                </a:lnTo>
                <a:cubicBezTo>
                  <a:pt x="29015" y="240691"/>
                  <a:pt x="13507" y="213866"/>
                  <a:pt x="6753" y="184317"/>
                </a:cubicBezTo>
                <a:cubicBezTo>
                  <a:pt x="0" y="154768"/>
                  <a:pt x="2313" y="123869"/>
                  <a:pt x="13392" y="95655"/>
                </a:cubicBezTo>
                <a:cubicBezTo>
                  <a:pt x="24470" y="67441"/>
                  <a:pt x="43800" y="43224"/>
                  <a:pt x="68855" y="26165"/>
                </a:cubicBezTo>
                <a:cubicBezTo>
                  <a:pt x="93910" y="9106"/>
                  <a:pt x="123527" y="0"/>
                  <a:pt x="153838" y="34"/>
                </a:cubicBezTo>
                <a:cubicBezTo>
                  <a:pt x="268721" y="34"/>
                  <a:pt x="293519" y="94624"/>
                  <a:pt x="334474" y="200865"/>
                </a:cubicBezTo>
                <a:cubicBezTo>
                  <a:pt x="335175" y="202694"/>
                  <a:pt x="335422" y="204666"/>
                  <a:pt x="335191" y="206611"/>
                </a:cubicBezTo>
                <a:cubicBezTo>
                  <a:pt x="334963" y="208557"/>
                  <a:pt x="334263" y="210417"/>
                  <a:pt x="333154" y="212033"/>
                </a:cubicBezTo>
                <a:cubicBezTo>
                  <a:pt x="332047" y="213647"/>
                  <a:pt x="330562" y="214968"/>
                  <a:pt x="328829" y="215882"/>
                </a:cubicBezTo>
                <a:cubicBezTo>
                  <a:pt x="327097" y="216796"/>
                  <a:pt x="325168" y="217276"/>
                  <a:pt x="323209" y="217279"/>
                </a:cubicBezTo>
                <a:lnTo>
                  <a:pt x="292634" y="217279"/>
                </a:lnTo>
                <a:lnTo>
                  <a:pt x="292634" y="265555"/>
                </a:lnTo>
                <a:cubicBezTo>
                  <a:pt x="292634" y="278360"/>
                  <a:pt x="287547" y="290638"/>
                  <a:pt x="278494" y="299692"/>
                </a:cubicBezTo>
                <a:cubicBezTo>
                  <a:pt x="269440" y="308745"/>
                  <a:pt x="257160" y="313832"/>
                  <a:pt x="244357" y="313832"/>
                </a:cubicBezTo>
                <a:lnTo>
                  <a:pt x="220219" y="313832"/>
                </a:lnTo>
                <a:lnTo>
                  <a:pt x="220219" y="362109"/>
                </a:lnTo>
                <a:moveTo>
                  <a:pt x="195382" y="121094"/>
                </a:moveTo>
                <a:cubicBezTo>
                  <a:pt x="214720" y="131408"/>
                  <a:pt x="218592" y="165116"/>
                  <a:pt x="192149" y="177079"/>
                </a:cubicBezTo>
                <a:cubicBezTo>
                  <a:pt x="162662" y="190418"/>
                  <a:pt x="117360" y="181586"/>
                  <a:pt x="97890" y="153323"/>
                </a:cubicBezTo>
                <a:cubicBezTo>
                  <a:pt x="83136" y="131906"/>
                  <a:pt x="69501" y="80659"/>
                  <a:pt x="124386" y="52760"/>
                </a:cubicBezTo>
                <a:cubicBezTo>
                  <a:pt x="168775" y="30197"/>
                  <a:pt x="223386" y="62097"/>
                  <a:pt x="231477" y="80659"/>
                </a:cubicBezTo>
                <a:cubicBezTo>
                  <a:pt x="239568" y="99220"/>
                  <a:pt x="231477" y="127777"/>
                  <a:pt x="179122" y="119686"/>
                </a:cubicBezTo>
                <a:cubicBezTo>
                  <a:pt x="126769" y="111595"/>
                  <a:pt x="44152" y="101627"/>
                  <a:pt x="44130" y="148804"/>
                </a:cubicBezTo>
                <a:cubicBezTo>
                  <a:pt x="44116" y="180819"/>
                  <a:pt x="83389" y="202566"/>
                  <a:pt x="117820" y="188068"/>
                </a:cubicBezTo>
                <a:cubicBezTo>
                  <a:pt x="165618" y="167942"/>
                  <a:pt x="168642" y="85474"/>
                  <a:pt x="159582" y="45003"/>
                </a:cubicBezTo>
              </a:path>
            </a:pathLst>
          </a:custGeom>
          <a:noFill/>
          <a:ln w="12065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51332" y="2661012"/>
            <a:ext cx="354029" cy="369413"/>
          </a:xfrm>
          <a:custGeom>
            <a:avLst/>
            <a:gdLst/>
            <a:ahLst/>
            <a:cxnLst/>
            <a:rect l="0" t="0" r="0" b="0"/>
            <a:pathLst>
              <a:path w="354029" h="369413">
                <a:moveTo>
                  <a:pt x="177014" y="144122"/>
                </a:moveTo>
                <a:lnTo>
                  <a:pt x="177014" y="192398"/>
                </a:lnTo>
                <a:moveTo>
                  <a:pt x="177014" y="0"/>
                </a:moveTo>
                <a:lnTo>
                  <a:pt x="177014" y="15384"/>
                </a:lnTo>
                <a:moveTo>
                  <a:pt x="177014" y="63660"/>
                </a:moveTo>
                <a:lnTo>
                  <a:pt x="177014" y="95845"/>
                </a:lnTo>
                <a:moveTo>
                  <a:pt x="127305" y="142561"/>
                </a:moveTo>
                <a:cubicBezTo>
                  <a:pt x="128698" y="143605"/>
                  <a:pt x="130392" y="144170"/>
                  <a:pt x="132133" y="144170"/>
                </a:cubicBezTo>
                <a:lnTo>
                  <a:pt x="241383" y="144170"/>
                </a:lnTo>
                <a:lnTo>
                  <a:pt x="241383" y="95893"/>
                </a:lnTo>
                <a:lnTo>
                  <a:pt x="132068" y="95893"/>
                </a:lnTo>
                <a:cubicBezTo>
                  <a:pt x="130328" y="95893"/>
                  <a:pt x="128634" y="96458"/>
                  <a:pt x="127241" y="97502"/>
                </a:cubicBezTo>
                <a:lnTo>
                  <a:pt x="105323" y="113595"/>
                </a:lnTo>
                <a:cubicBezTo>
                  <a:pt x="103259" y="115111"/>
                  <a:pt x="102040" y="117519"/>
                  <a:pt x="102040" y="120080"/>
                </a:cubicBezTo>
                <a:cubicBezTo>
                  <a:pt x="102040" y="122641"/>
                  <a:pt x="103259" y="125049"/>
                  <a:pt x="105323" y="126565"/>
                </a:cubicBezTo>
                <a:close/>
                <a:moveTo>
                  <a:pt x="234769" y="62099"/>
                </a:moveTo>
                <a:cubicBezTo>
                  <a:pt x="233376" y="63144"/>
                  <a:pt x="231682" y="63709"/>
                  <a:pt x="229941" y="63709"/>
                </a:cubicBezTo>
                <a:lnTo>
                  <a:pt x="120691" y="63709"/>
                </a:lnTo>
                <a:lnTo>
                  <a:pt x="120691" y="15432"/>
                </a:lnTo>
                <a:lnTo>
                  <a:pt x="230006" y="15432"/>
                </a:lnTo>
                <a:cubicBezTo>
                  <a:pt x="231747" y="15432"/>
                  <a:pt x="233441" y="15997"/>
                  <a:pt x="234834" y="17041"/>
                </a:cubicBezTo>
                <a:lnTo>
                  <a:pt x="256751" y="33133"/>
                </a:lnTo>
                <a:cubicBezTo>
                  <a:pt x="258815" y="34649"/>
                  <a:pt x="260035" y="37057"/>
                  <a:pt x="260035" y="39619"/>
                </a:cubicBezTo>
                <a:cubicBezTo>
                  <a:pt x="260035" y="42180"/>
                  <a:pt x="258815" y="44588"/>
                  <a:pt x="256751" y="46104"/>
                </a:cubicBezTo>
                <a:close/>
                <a:moveTo>
                  <a:pt x="354029" y="369413"/>
                </a:moveTo>
                <a:cubicBezTo>
                  <a:pt x="353735" y="278132"/>
                  <a:pt x="284079" y="202042"/>
                  <a:pt x="193180" y="193707"/>
                </a:cubicBezTo>
                <a:cubicBezTo>
                  <a:pt x="102280" y="185371"/>
                  <a:pt x="19947" y="247523"/>
                  <a:pt x="3057" y="337228"/>
                </a:cubicBezTo>
                <a:lnTo>
                  <a:pt x="96392" y="337228"/>
                </a:lnTo>
                <a:cubicBezTo>
                  <a:pt x="108640" y="337232"/>
                  <a:pt x="120384" y="342100"/>
                  <a:pt x="129043" y="350762"/>
                </a:cubicBezTo>
                <a:lnTo>
                  <a:pt x="146310" y="368013"/>
                </a:lnTo>
                <a:cubicBezTo>
                  <a:pt x="146745" y="368447"/>
                  <a:pt x="147050" y="368962"/>
                  <a:pt x="147469" y="369413"/>
                </a:cubicBezTo>
                <a:moveTo>
                  <a:pt x="275177" y="369413"/>
                </a:moveTo>
                <a:lnTo>
                  <a:pt x="259970" y="346594"/>
                </a:lnTo>
                <a:cubicBezTo>
                  <a:pt x="251405" y="333754"/>
                  <a:pt x="236991" y="326043"/>
                  <a:pt x="221557" y="326044"/>
                </a:cubicBezTo>
                <a:lnTo>
                  <a:pt x="214895" y="326044"/>
                </a:lnTo>
                <a:cubicBezTo>
                  <a:pt x="202098" y="326721"/>
                  <a:pt x="189973" y="320278"/>
                  <a:pt x="183372" y="309295"/>
                </a:cubicBezTo>
                <a:cubicBezTo>
                  <a:pt x="176770" y="298311"/>
                  <a:pt x="176770" y="284581"/>
                  <a:pt x="183372" y="273597"/>
                </a:cubicBezTo>
                <a:cubicBezTo>
                  <a:pt x="189973" y="262614"/>
                  <a:pt x="202098" y="256171"/>
                  <a:pt x="214895" y="256848"/>
                </a:cubicBezTo>
                <a:lnTo>
                  <a:pt x="313557" y="256848"/>
                </a:lnTo>
                <a:moveTo>
                  <a:pt x="2977" y="337776"/>
                </a:moveTo>
                <a:cubicBezTo>
                  <a:pt x="1044" y="348212"/>
                  <a:pt x="48" y="358799"/>
                  <a:pt x="0" y="369413"/>
                </a:cubicBezTo>
              </a:path>
            </a:pathLst>
          </a:custGeom>
          <a:noFill/>
          <a:ln w="12065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3" name="Group 22"/>
          <p:cNvGrpSpPr/>
          <p:nvPr/>
        </p:nvGrpSpPr>
        <p:grpSpPr>
          <a:xfrm>
            <a:off x="4330114" y="2671906"/>
            <a:ext cx="1015526" cy="347623"/>
            <a:chOff x="4330114" y="2667144"/>
            <a:chExt cx="1015526" cy="347623"/>
          </a:xfrm>
        </p:grpSpPr>
        <p:sp>
          <p:nvSpPr>
            <p:cNvPr id="21" name="TextBox 20"/>
            <p:cNvSpPr txBox="1"/>
            <p:nvPr/>
          </p:nvSpPr>
          <p:spPr>
            <a:xfrm>
              <a:off x="4330114" y="2667144"/>
              <a:ext cx="1167854" cy="173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C5C8E8"/>
                  </a:solidFill>
                  <a:latin typeface="Montserrat"/>
                </a:rPr>
                <a:t>Unstructured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330114" y="2840975"/>
              <a:ext cx="1167854" cy="173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C5C8E8"/>
                  </a:solidFill>
                  <a:latin typeface="Montserrat"/>
                </a:rPr>
                <a:t>Mentorship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937057" y="2671906"/>
            <a:ext cx="833913" cy="347623"/>
            <a:chOff x="6937057" y="2667144"/>
            <a:chExt cx="833913" cy="347623"/>
          </a:xfrm>
        </p:grpSpPr>
        <p:sp>
          <p:nvSpPr>
            <p:cNvPr id="24" name="TextBox 23"/>
            <p:cNvSpPr txBox="1"/>
            <p:nvPr/>
          </p:nvSpPr>
          <p:spPr>
            <a:xfrm>
              <a:off x="6937057" y="2667144"/>
              <a:ext cx="958999" cy="173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C5C8E8"/>
                  </a:solidFill>
                  <a:latin typeface="Montserrat"/>
                </a:rPr>
                <a:t>Structured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937057" y="2840975"/>
              <a:ext cx="958999" cy="173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C5C8E8"/>
                  </a:solidFill>
                  <a:latin typeface="Montserrat"/>
                </a:rPr>
                <a:t>Mentorship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90525" y="3079450"/>
            <a:ext cx="2423483" cy="514302"/>
            <a:chOff x="390525" y="3074688"/>
            <a:chExt cx="2423483" cy="514302"/>
          </a:xfrm>
        </p:grpSpPr>
        <p:sp>
          <p:nvSpPr>
            <p:cNvPr id="27" name="TextBox 26"/>
            <p:cNvSpPr txBox="1"/>
            <p:nvPr/>
          </p:nvSpPr>
          <p:spPr>
            <a:xfrm>
              <a:off x="390525" y="3074688"/>
              <a:ext cx="278700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A MERN-based platform connecting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90525" y="3246138"/>
              <a:ext cx="278700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learners with creators and experts for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0525" y="3417588"/>
              <a:ext cx="2787005" cy="17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courses and mentorship.</a:t>
              </a:r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6443286" y="1521327"/>
            <a:ext cx="370121" cy="370121"/>
          </a:xfrm>
          <a:custGeom>
            <a:avLst/>
            <a:gdLst/>
            <a:ahLst/>
            <a:cxnLst/>
            <a:rect l="0" t="0" r="0" b="0"/>
            <a:pathLst>
              <a:path w="370121" h="370121">
                <a:moveTo>
                  <a:pt x="370121" y="354029"/>
                </a:moveTo>
                <a:cubicBezTo>
                  <a:pt x="370121" y="362916"/>
                  <a:pt x="362916" y="370121"/>
                  <a:pt x="354029" y="370121"/>
                </a:cubicBezTo>
                <a:lnTo>
                  <a:pt x="16092" y="370121"/>
                </a:lnTo>
                <a:cubicBezTo>
                  <a:pt x="7204" y="370121"/>
                  <a:pt x="0" y="362916"/>
                  <a:pt x="0" y="354029"/>
                </a:cubicBezTo>
                <a:lnTo>
                  <a:pt x="0" y="16092"/>
                </a:lnTo>
                <a:cubicBezTo>
                  <a:pt x="0" y="7204"/>
                  <a:pt x="7204" y="0"/>
                  <a:pt x="16092" y="0"/>
                </a:cubicBezTo>
                <a:lnTo>
                  <a:pt x="354029" y="0"/>
                </a:lnTo>
                <a:cubicBezTo>
                  <a:pt x="362916" y="0"/>
                  <a:pt x="370121" y="7204"/>
                  <a:pt x="370121" y="16092"/>
                </a:cubicBezTo>
                <a:close/>
                <a:moveTo>
                  <a:pt x="0" y="193106"/>
                </a:moveTo>
                <a:lnTo>
                  <a:pt x="370121" y="193106"/>
                </a:lnTo>
                <a:moveTo>
                  <a:pt x="112645" y="370121"/>
                </a:moveTo>
                <a:lnTo>
                  <a:pt x="112645" y="233337"/>
                </a:lnTo>
                <a:cubicBezTo>
                  <a:pt x="112645" y="228893"/>
                  <a:pt x="109043" y="225291"/>
                  <a:pt x="104599" y="225291"/>
                </a:cubicBezTo>
                <a:lnTo>
                  <a:pt x="56322" y="225291"/>
                </a:lnTo>
                <a:cubicBezTo>
                  <a:pt x="51879" y="225291"/>
                  <a:pt x="48276" y="228893"/>
                  <a:pt x="48276" y="233337"/>
                </a:cubicBezTo>
                <a:lnTo>
                  <a:pt x="48276" y="370121"/>
                </a:lnTo>
                <a:close/>
                <a:moveTo>
                  <a:pt x="209199" y="64368"/>
                </a:moveTo>
                <a:lnTo>
                  <a:pt x="209199" y="193106"/>
                </a:lnTo>
                <a:lnTo>
                  <a:pt x="257475" y="193106"/>
                </a:lnTo>
                <a:lnTo>
                  <a:pt x="257475" y="64368"/>
                </a:lnTo>
                <a:close/>
                <a:moveTo>
                  <a:pt x="302276" y="193106"/>
                </a:moveTo>
                <a:lnTo>
                  <a:pt x="252036" y="46764"/>
                </a:lnTo>
                <a:cubicBezTo>
                  <a:pt x="250597" y="42560"/>
                  <a:pt x="252837" y="37985"/>
                  <a:pt x="257041" y="36545"/>
                </a:cubicBezTo>
                <a:lnTo>
                  <a:pt x="287487" y="26085"/>
                </a:lnTo>
                <a:cubicBezTo>
                  <a:pt x="291691" y="24645"/>
                  <a:pt x="296266" y="26886"/>
                  <a:pt x="297706" y="31090"/>
                </a:cubicBezTo>
                <a:lnTo>
                  <a:pt x="353321" y="193106"/>
                </a:lnTo>
                <a:moveTo>
                  <a:pt x="209199" y="193106"/>
                </a:moveTo>
                <a:lnTo>
                  <a:pt x="209199" y="56322"/>
                </a:lnTo>
                <a:cubicBezTo>
                  <a:pt x="209199" y="51879"/>
                  <a:pt x="205596" y="48276"/>
                  <a:pt x="201152" y="48276"/>
                </a:cubicBezTo>
                <a:lnTo>
                  <a:pt x="152876" y="48276"/>
                </a:lnTo>
                <a:cubicBezTo>
                  <a:pt x="148432" y="48276"/>
                  <a:pt x="144830" y="51879"/>
                  <a:pt x="144830" y="56322"/>
                </a:cubicBezTo>
                <a:lnTo>
                  <a:pt x="144830" y="193106"/>
                </a:lnTo>
                <a:close/>
                <a:moveTo>
                  <a:pt x="177014" y="370121"/>
                </a:moveTo>
                <a:lnTo>
                  <a:pt x="177014" y="233337"/>
                </a:lnTo>
                <a:cubicBezTo>
                  <a:pt x="177014" y="228893"/>
                  <a:pt x="173412" y="225291"/>
                  <a:pt x="168968" y="225291"/>
                </a:cubicBezTo>
                <a:lnTo>
                  <a:pt x="120691" y="225291"/>
                </a:lnTo>
                <a:cubicBezTo>
                  <a:pt x="116248" y="225291"/>
                  <a:pt x="112645" y="228893"/>
                  <a:pt x="112645" y="233337"/>
                </a:cubicBezTo>
                <a:lnTo>
                  <a:pt x="112645" y="370121"/>
                </a:lnTo>
                <a:close/>
                <a:moveTo>
                  <a:pt x="321844" y="370121"/>
                </a:moveTo>
                <a:lnTo>
                  <a:pt x="321844" y="233337"/>
                </a:lnTo>
                <a:cubicBezTo>
                  <a:pt x="321844" y="228893"/>
                  <a:pt x="318242" y="225291"/>
                  <a:pt x="313798" y="225291"/>
                </a:cubicBezTo>
                <a:lnTo>
                  <a:pt x="281614" y="225291"/>
                </a:lnTo>
                <a:cubicBezTo>
                  <a:pt x="277170" y="225291"/>
                  <a:pt x="273568" y="228893"/>
                  <a:pt x="273568" y="233337"/>
                </a:cubicBezTo>
                <a:lnTo>
                  <a:pt x="273568" y="370121"/>
                </a:lnTo>
                <a:close/>
                <a:moveTo>
                  <a:pt x="273568" y="370121"/>
                </a:moveTo>
                <a:lnTo>
                  <a:pt x="273568" y="249429"/>
                </a:lnTo>
                <a:cubicBezTo>
                  <a:pt x="273568" y="244985"/>
                  <a:pt x="269965" y="241383"/>
                  <a:pt x="265521" y="241383"/>
                </a:cubicBezTo>
                <a:lnTo>
                  <a:pt x="233337" y="241383"/>
                </a:lnTo>
                <a:cubicBezTo>
                  <a:pt x="228893" y="241383"/>
                  <a:pt x="225291" y="244985"/>
                  <a:pt x="225291" y="249429"/>
                </a:cubicBezTo>
                <a:lnTo>
                  <a:pt x="225291" y="370121"/>
                </a:lnTo>
                <a:close/>
                <a:moveTo>
                  <a:pt x="80461" y="273568"/>
                </a:moveTo>
                <a:lnTo>
                  <a:pt x="80461" y="321844"/>
                </a:lnTo>
                <a:moveTo>
                  <a:pt x="144830" y="273568"/>
                </a:moveTo>
                <a:lnTo>
                  <a:pt x="144830" y="321844"/>
                </a:lnTo>
              </a:path>
            </a:pathLst>
          </a:custGeom>
          <a:noFill/>
          <a:ln w="12065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4" name="Group 33"/>
          <p:cNvGrpSpPr/>
          <p:nvPr/>
        </p:nvGrpSpPr>
        <p:grpSpPr>
          <a:xfrm>
            <a:off x="4330114" y="1320158"/>
            <a:ext cx="735968" cy="347623"/>
            <a:chOff x="4330114" y="1315396"/>
            <a:chExt cx="735968" cy="347623"/>
          </a:xfrm>
        </p:grpSpPr>
        <p:sp>
          <p:nvSpPr>
            <p:cNvPr id="32" name="TextBox 31"/>
            <p:cNvSpPr txBox="1"/>
            <p:nvPr/>
          </p:nvSpPr>
          <p:spPr>
            <a:xfrm>
              <a:off x="4330114" y="1315396"/>
              <a:ext cx="846363" cy="173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C5C8E8"/>
                  </a:solidFill>
                  <a:latin typeface="Montserrat"/>
                </a:rPr>
                <a:t>Scattered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30114" y="1489227"/>
              <a:ext cx="846363" cy="173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C5C8E8"/>
                  </a:solidFill>
                  <a:latin typeface="Montserrat"/>
                </a:rPr>
                <a:t>Content</a:t>
              </a:r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3838677" y="1320978"/>
            <a:ext cx="365422" cy="345967"/>
          </a:xfrm>
          <a:custGeom>
            <a:avLst/>
            <a:gdLst/>
            <a:ahLst/>
            <a:cxnLst/>
            <a:rect l="0" t="0" r="0" b="0"/>
            <a:pathLst>
              <a:path w="365422" h="345967">
                <a:moveTo>
                  <a:pt x="0" y="345597"/>
                </a:moveTo>
                <a:cubicBezTo>
                  <a:pt x="80284" y="289999"/>
                  <a:pt x="112211" y="135690"/>
                  <a:pt x="101204" y="8658"/>
                </a:cubicBezTo>
                <a:cubicBezTo>
                  <a:pt x="100999" y="6436"/>
                  <a:pt x="101743" y="4231"/>
                  <a:pt x="103250" y="2585"/>
                </a:cubicBezTo>
                <a:cubicBezTo>
                  <a:pt x="104758" y="940"/>
                  <a:pt x="106889" y="7"/>
                  <a:pt x="109121" y="16"/>
                </a:cubicBezTo>
                <a:lnTo>
                  <a:pt x="270558" y="16"/>
                </a:lnTo>
                <a:cubicBezTo>
                  <a:pt x="274734" y="0"/>
                  <a:pt x="278229" y="3180"/>
                  <a:pt x="278604" y="7338"/>
                </a:cubicBezTo>
                <a:cubicBezTo>
                  <a:pt x="289949" y="134612"/>
                  <a:pt x="258087" y="289805"/>
                  <a:pt x="177529" y="345597"/>
                </a:cubicBezTo>
                <a:close/>
                <a:moveTo>
                  <a:pt x="320927" y="39941"/>
                </a:moveTo>
                <a:lnTo>
                  <a:pt x="348058" y="47054"/>
                </a:lnTo>
                <a:cubicBezTo>
                  <a:pt x="352013" y="48041"/>
                  <a:pt x="354606" y="51829"/>
                  <a:pt x="354093" y="55873"/>
                </a:cubicBezTo>
                <a:cubicBezTo>
                  <a:pt x="338548" y="177385"/>
                  <a:pt x="267066" y="313236"/>
                  <a:pt x="180619" y="345533"/>
                </a:cubicBezTo>
                <a:moveTo>
                  <a:pt x="354157" y="200960"/>
                </a:moveTo>
                <a:lnTo>
                  <a:pt x="365422" y="213303"/>
                </a:lnTo>
                <a:cubicBezTo>
                  <a:pt x="319572" y="277413"/>
                  <a:pt x="253415" y="324160"/>
                  <a:pt x="177674" y="345967"/>
                </a:cubicBezTo>
              </a:path>
            </a:pathLst>
          </a:custGeom>
          <a:noFill/>
          <a:ln w="12065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37448" y="4004361"/>
            <a:ext cx="719660" cy="1737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>
                <a:solidFill>
                  <a:srgbClr val="C5C8E8"/>
                </a:solidFill>
                <a:latin typeface="Montserrat"/>
              </a:rPr>
              <a:t>Problem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57808" y="4004361"/>
            <a:ext cx="692824" cy="1737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>
                <a:solidFill>
                  <a:srgbClr val="C5C8E8"/>
                </a:solidFill>
                <a:latin typeface="Montserrat"/>
              </a:rPr>
              <a:t>Solution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525" y="376237"/>
            <a:ext cx="8527680" cy="3600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700" b="1">
                <a:solidFill>
                  <a:srgbClr val="68D5E9"/>
                </a:solidFill>
                <a:latin typeface="Montserrat"/>
              </a:rPr>
              <a:t>Project Overview &amp; Problem Statement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867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61C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46694" y="1888216"/>
            <a:ext cx="1015016" cy="1015018"/>
          </a:xfrm>
          <a:custGeom>
            <a:avLst/>
            <a:gdLst/>
            <a:ahLst/>
            <a:cxnLst/>
            <a:rect l="0" t="0" r="0" b="0"/>
            <a:pathLst>
              <a:path w="1015016" h="1015018">
                <a:moveTo>
                  <a:pt x="546547" y="273273"/>
                </a:moveTo>
                <a:cubicBezTo>
                  <a:pt x="546547" y="424198"/>
                  <a:pt x="424198" y="546547"/>
                  <a:pt x="273273" y="546547"/>
                </a:cubicBezTo>
                <a:cubicBezTo>
                  <a:pt x="227925" y="546547"/>
                  <a:pt x="185156" y="535501"/>
                  <a:pt x="147511" y="515952"/>
                </a:cubicBezTo>
                <a:cubicBezTo>
                  <a:pt x="59870" y="470442"/>
                  <a:pt x="0" y="378849"/>
                  <a:pt x="0" y="273273"/>
                </a:cubicBezTo>
                <a:cubicBezTo>
                  <a:pt x="0" y="122348"/>
                  <a:pt x="122348" y="0"/>
                  <a:pt x="273273" y="0"/>
                </a:cubicBezTo>
                <a:cubicBezTo>
                  <a:pt x="378850" y="0"/>
                  <a:pt x="470443" y="59870"/>
                  <a:pt x="515953" y="147512"/>
                </a:cubicBezTo>
                <a:cubicBezTo>
                  <a:pt x="535501" y="185157"/>
                  <a:pt x="546547" y="227925"/>
                  <a:pt x="546547" y="273273"/>
                </a:cubicBezTo>
                <a:close/>
                <a:moveTo>
                  <a:pt x="709" y="1015018"/>
                </a:moveTo>
                <a:lnTo>
                  <a:pt x="702703" y="1015018"/>
                </a:lnTo>
                <a:cubicBezTo>
                  <a:pt x="875188" y="1015018"/>
                  <a:pt x="1015016" y="875191"/>
                  <a:pt x="1015016" y="702705"/>
                </a:cubicBezTo>
                <a:lnTo>
                  <a:pt x="1015016" y="711"/>
                </a:lnTo>
                <a:cubicBezTo>
                  <a:pt x="833125" y="7334"/>
                  <a:pt x="662994" y="60044"/>
                  <a:pt x="515953" y="147512"/>
                </a:cubicBezTo>
                <a:cubicBezTo>
                  <a:pt x="535501" y="185157"/>
                  <a:pt x="546547" y="227925"/>
                  <a:pt x="546547" y="273273"/>
                </a:cubicBezTo>
                <a:cubicBezTo>
                  <a:pt x="546547" y="424198"/>
                  <a:pt x="424198" y="546547"/>
                  <a:pt x="273273" y="546547"/>
                </a:cubicBezTo>
                <a:cubicBezTo>
                  <a:pt x="227925" y="546547"/>
                  <a:pt x="185156" y="535501"/>
                  <a:pt x="147511" y="515952"/>
                </a:cubicBezTo>
                <a:cubicBezTo>
                  <a:pt x="60042" y="662994"/>
                  <a:pt x="7331" y="833126"/>
                  <a:pt x="709" y="1015018"/>
                </a:cubicBezTo>
                <a:close/>
              </a:path>
            </a:pathLst>
          </a:custGeom>
          <a:noFill/>
          <a:ln w="9758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46694" y="2981310"/>
            <a:ext cx="1015016" cy="1015014"/>
          </a:xfrm>
          <a:custGeom>
            <a:avLst/>
            <a:gdLst/>
            <a:ahLst/>
            <a:cxnLst/>
            <a:rect l="0" t="0" r="0" b="0"/>
            <a:pathLst>
              <a:path w="1015016" h="1015014">
                <a:moveTo>
                  <a:pt x="546547" y="741740"/>
                </a:moveTo>
                <a:cubicBezTo>
                  <a:pt x="546547" y="787090"/>
                  <a:pt x="535500" y="829859"/>
                  <a:pt x="515951" y="867505"/>
                </a:cubicBezTo>
                <a:cubicBezTo>
                  <a:pt x="470441" y="955145"/>
                  <a:pt x="378848" y="1015014"/>
                  <a:pt x="273273" y="1015014"/>
                </a:cubicBezTo>
                <a:cubicBezTo>
                  <a:pt x="122348" y="1015014"/>
                  <a:pt x="0" y="892665"/>
                  <a:pt x="0" y="741740"/>
                </a:cubicBezTo>
                <a:cubicBezTo>
                  <a:pt x="0" y="636165"/>
                  <a:pt x="59869" y="544572"/>
                  <a:pt x="147509" y="499061"/>
                </a:cubicBezTo>
                <a:cubicBezTo>
                  <a:pt x="185155" y="479513"/>
                  <a:pt x="227924" y="468467"/>
                  <a:pt x="273273" y="468467"/>
                </a:cubicBezTo>
                <a:cubicBezTo>
                  <a:pt x="424198" y="468467"/>
                  <a:pt x="546547" y="590815"/>
                  <a:pt x="546547" y="741740"/>
                </a:cubicBezTo>
                <a:close/>
                <a:moveTo>
                  <a:pt x="1015016" y="1014307"/>
                </a:moveTo>
                <a:lnTo>
                  <a:pt x="1015016" y="312312"/>
                </a:lnTo>
                <a:cubicBezTo>
                  <a:pt x="1015016" y="139826"/>
                  <a:pt x="875188" y="0"/>
                  <a:pt x="702703" y="0"/>
                </a:cubicBezTo>
                <a:lnTo>
                  <a:pt x="709" y="0"/>
                </a:lnTo>
                <a:cubicBezTo>
                  <a:pt x="7331" y="181890"/>
                  <a:pt x="60042" y="352021"/>
                  <a:pt x="147509" y="499061"/>
                </a:cubicBezTo>
                <a:cubicBezTo>
                  <a:pt x="185155" y="479513"/>
                  <a:pt x="227924" y="468467"/>
                  <a:pt x="273273" y="468467"/>
                </a:cubicBezTo>
                <a:cubicBezTo>
                  <a:pt x="424198" y="468467"/>
                  <a:pt x="546547" y="590815"/>
                  <a:pt x="546547" y="741740"/>
                </a:cubicBezTo>
                <a:cubicBezTo>
                  <a:pt x="546547" y="787090"/>
                  <a:pt x="535500" y="829859"/>
                  <a:pt x="515951" y="867505"/>
                </a:cubicBezTo>
                <a:cubicBezTo>
                  <a:pt x="662992" y="954974"/>
                  <a:pt x="833124" y="1007683"/>
                  <a:pt x="1015016" y="1014307"/>
                </a:cubicBezTo>
                <a:close/>
              </a:path>
            </a:pathLst>
          </a:custGeom>
          <a:noFill/>
          <a:ln w="9758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39788" y="2981310"/>
            <a:ext cx="1015016" cy="1015014"/>
          </a:xfrm>
          <a:custGeom>
            <a:avLst/>
            <a:gdLst/>
            <a:ahLst/>
            <a:cxnLst/>
            <a:rect l="0" t="0" r="0" b="0"/>
            <a:pathLst>
              <a:path w="1015016" h="1015014">
                <a:moveTo>
                  <a:pt x="1015016" y="741740"/>
                </a:moveTo>
                <a:cubicBezTo>
                  <a:pt x="1015016" y="892665"/>
                  <a:pt x="892667" y="1015014"/>
                  <a:pt x="741742" y="1015014"/>
                </a:cubicBezTo>
                <a:cubicBezTo>
                  <a:pt x="636167" y="1015014"/>
                  <a:pt x="544575" y="955145"/>
                  <a:pt x="499064" y="867505"/>
                </a:cubicBezTo>
                <a:cubicBezTo>
                  <a:pt x="479515" y="829859"/>
                  <a:pt x="468469" y="787090"/>
                  <a:pt x="468469" y="741740"/>
                </a:cubicBezTo>
                <a:cubicBezTo>
                  <a:pt x="468469" y="590815"/>
                  <a:pt x="590818" y="468467"/>
                  <a:pt x="741742" y="468467"/>
                </a:cubicBezTo>
                <a:cubicBezTo>
                  <a:pt x="787092" y="468467"/>
                  <a:pt x="829860" y="479513"/>
                  <a:pt x="867506" y="499061"/>
                </a:cubicBezTo>
                <a:cubicBezTo>
                  <a:pt x="955147" y="544572"/>
                  <a:pt x="1015016" y="636164"/>
                  <a:pt x="1015016" y="741740"/>
                </a:cubicBezTo>
                <a:close/>
                <a:moveTo>
                  <a:pt x="1014306" y="0"/>
                </a:moveTo>
                <a:lnTo>
                  <a:pt x="312312" y="0"/>
                </a:lnTo>
                <a:cubicBezTo>
                  <a:pt x="139826" y="0"/>
                  <a:pt x="0" y="139826"/>
                  <a:pt x="0" y="312312"/>
                </a:cubicBezTo>
                <a:lnTo>
                  <a:pt x="0" y="1014307"/>
                </a:lnTo>
                <a:cubicBezTo>
                  <a:pt x="181891" y="1007684"/>
                  <a:pt x="352023" y="954973"/>
                  <a:pt x="499064" y="867505"/>
                </a:cubicBezTo>
                <a:cubicBezTo>
                  <a:pt x="479515" y="829859"/>
                  <a:pt x="468469" y="787090"/>
                  <a:pt x="468469" y="741740"/>
                </a:cubicBezTo>
                <a:cubicBezTo>
                  <a:pt x="468469" y="590815"/>
                  <a:pt x="590818" y="468467"/>
                  <a:pt x="741742" y="468467"/>
                </a:cubicBezTo>
                <a:cubicBezTo>
                  <a:pt x="787092" y="468467"/>
                  <a:pt x="829860" y="479513"/>
                  <a:pt x="867506" y="499061"/>
                </a:cubicBezTo>
                <a:cubicBezTo>
                  <a:pt x="954974" y="352021"/>
                  <a:pt x="1007683" y="181890"/>
                  <a:pt x="1014306" y="0"/>
                </a:cubicBezTo>
                <a:close/>
              </a:path>
            </a:pathLst>
          </a:custGeom>
          <a:noFill/>
          <a:ln w="9758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9788" y="1888216"/>
            <a:ext cx="1015016" cy="1015018"/>
          </a:xfrm>
          <a:custGeom>
            <a:avLst/>
            <a:gdLst/>
            <a:ahLst/>
            <a:cxnLst/>
            <a:rect l="0" t="0" r="0" b="0"/>
            <a:pathLst>
              <a:path w="1015016" h="1015018">
                <a:moveTo>
                  <a:pt x="1015016" y="273273"/>
                </a:moveTo>
                <a:cubicBezTo>
                  <a:pt x="1015016" y="378850"/>
                  <a:pt x="955145" y="470443"/>
                  <a:pt x="867504" y="515953"/>
                </a:cubicBezTo>
                <a:cubicBezTo>
                  <a:pt x="829859" y="535501"/>
                  <a:pt x="787091" y="546547"/>
                  <a:pt x="741742" y="546547"/>
                </a:cubicBezTo>
                <a:cubicBezTo>
                  <a:pt x="590818" y="546547"/>
                  <a:pt x="468469" y="424198"/>
                  <a:pt x="468469" y="273273"/>
                </a:cubicBezTo>
                <a:cubicBezTo>
                  <a:pt x="468469" y="227925"/>
                  <a:pt x="479515" y="185157"/>
                  <a:pt x="499063" y="147512"/>
                </a:cubicBezTo>
                <a:cubicBezTo>
                  <a:pt x="544573" y="59870"/>
                  <a:pt x="636165" y="0"/>
                  <a:pt x="741742" y="0"/>
                </a:cubicBezTo>
                <a:cubicBezTo>
                  <a:pt x="892667" y="0"/>
                  <a:pt x="1015016" y="122348"/>
                  <a:pt x="1015016" y="273273"/>
                </a:cubicBezTo>
                <a:close/>
                <a:moveTo>
                  <a:pt x="0" y="711"/>
                </a:moveTo>
                <a:lnTo>
                  <a:pt x="0" y="702705"/>
                </a:lnTo>
                <a:cubicBezTo>
                  <a:pt x="0" y="875191"/>
                  <a:pt x="139826" y="1015018"/>
                  <a:pt x="312312" y="1015018"/>
                </a:cubicBezTo>
                <a:lnTo>
                  <a:pt x="1014306" y="1015018"/>
                </a:lnTo>
                <a:cubicBezTo>
                  <a:pt x="1007683" y="833126"/>
                  <a:pt x="954973" y="662994"/>
                  <a:pt x="867504" y="515953"/>
                </a:cubicBezTo>
                <a:cubicBezTo>
                  <a:pt x="829859" y="535501"/>
                  <a:pt x="787091" y="546547"/>
                  <a:pt x="741742" y="546547"/>
                </a:cubicBezTo>
                <a:cubicBezTo>
                  <a:pt x="590818" y="546547"/>
                  <a:pt x="468469" y="424198"/>
                  <a:pt x="468469" y="273273"/>
                </a:cubicBezTo>
                <a:cubicBezTo>
                  <a:pt x="468469" y="227925"/>
                  <a:pt x="479515" y="185157"/>
                  <a:pt x="499063" y="147512"/>
                </a:cubicBezTo>
                <a:cubicBezTo>
                  <a:pt x="352021" y="60044"/>
                  <a:pt x="181890" y="7334"/>
                  <a:pt x="0" y="711"/>
                </a:cubicBezTo>
                <a:close/>
              </a:path>
            </a:pathLst>
          </a:custGeom>
          <a:noFill/>
          <a:ln w="9758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07560" y="2032665"/>
            <a:ext cx="1363927" cy="14054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>
                <a:solidFill>
                  <a:srgbClr val="68D5E9"/>
                </a:solidFill>
                <a:latin typeface="Montserrat"/>
              </a:rPr>
              <a:t>Tailored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59582" y="2003887"/>
            <a:ext cx="309276" cy="307668"/>
          </a:xfrm>
          <a:custGeom>
            <a:avLst/>
            <a:gdLst/>
            <a:ahLst/>
            <a:cxnLst/>
            <a:rect l="0" t="0" r="0" b="0"/>
            <a:pathLst>
              <a:path w="309276" h="307668">
                <a:moveTo>
                  <a:pt x="4229" y="1446"/>
                </a:moveTo>
                <a:moveTo>
                  <a:pt x="174265" y="90309"/>
                </a:moveTo>
                <a:lnTo>
                  <a:pt x="179470" y="107226"/>
                </a:lnTo>
                <a:cubicBezTo>
                  <a:pt x="180771" y="113732"/>
                  <a:pt x="187278" y="116335"/>
                  <a:pt x="193784" y="115033"/>
                </a:cubicBezTo>
                <a:lnTo>
                  <a:pt x="210701" y="111130"/>
                </a:lnTo>
                <a:cubicBezTo>
                  <a:pt x="226317" y="107226"/>
                  <a:pt x="236727" y="125444"/>
                  <a:pt x="226317" y="137155"/>
                </a:cubicBezTo>
                <a:lnTo>
                  <a:pt x="214605" y="150169"/>
                </a:lnTo>
                <a:cubicBezTo>
                  <a:pt x="210701" y="155374"/>
                  <a:pt x="210701" y="161880"/>
                  <a:pt x="214605" y="165784"/>
                </a:cubicBezTo>
                <a:lnTo>
                  <a:pt x="226317" y="178797"/>
                </a:lnTo>
                <a:cubicBezTo>
                  <a:pt x="236727" y="190509"/>
                  <a:pt x="226317" y="208727"/>
                  <a:pt x="210701" y="204823"/>
                </a:cubicBezTo>
                <a:lnTo>
                  <a:pt x="193784" y="200919"/>
                </a:lnTo>
                <a:cubicBezTo>
                  <a:pt x="187278" y="199618"/>
                  <a:pt x="182073" y="203522"/>
                  <a:pt x="179470" y="208727"/>
                </a:cubicBezTo>
                <a:lnTo>
                  <a:pt x="174265" y="225644"/>
                </a:lnTo>
                <a:cubicBezTo>
                  <a:pt x="169060" y="241260"/>
                  <a:pt x="148239" y="241260"/>
                  <a:pt x="144335" y="225644"/>
                </a:cubicBezTo>
                <a:lnTo>
                  <a:pt x="139130" y="208727"/>
                </a:lnTo>
                <a:cubicBezTo>
                  <a:pt x="137828" y="202221"/>
                  <a:pt x="131322" y="199618"/>
                  <a:pt x="124815" y="200919"/>
                </a:cubicBezTo>
                <a:lnTo>
                  <a:pt x="107898" y="204823"/>
                </a:lnTo>
                <a:cubicBezTo>
                  <a:pt x="92283" y="208727"/>
                  <a:pt x="81872" y="190509"/>
                  <a:pt x="92283" y="178797"/>
                </a:cubicBezTo>
                <a:lnTo>
                  <a:pt x="103995" y="165784"/>
                </a:lnTo>
                <a:cubicBezTo>
                  <a:pt x="107898" y="160579"/>
                  <a:pt x="107898" y="154072"/>
                  <a:pt x="103995" y="150169"/>
                </a:cubicBezTo>
                <a:lnTo>
                  <a:pt x="92283" y="137155"/>
                </a:lnTo>
                <a:cubicBezTo>
                  <a:pt x="81872" y="125444"/>
                  <a:pt x="92283" y="107226"/>
                  <a:pt x="107898" y="111130"/>
                </a:cubicBezTo>
                <a:lnTo>
                  <a:pt x="124815" y="115033"/>
                </a:lnTo>
                <a:cubicBezTo>
                  <a:pt x="131322" y="116335"/>
                  <a:pt x="136527" y="112431"/>
                  <a:pt x="139130" y="107226"/>
                </a:cubicBezTo>
                <a:lnTo>
                  <a:pt x="144335" y="90309"/>
                </a:lnTo>
                <a:cubicBezTo>
                  <a:pt x="148239" y="74693"/>
                  <a:pt x="170361" y="74693"/>
                  <a:pt x="174265" y="90309"/>
                </a:cubicBezTo>
                <a:close/>
                <a:moveTo>
                  <a:pt x="266333" y="199660"/>
                </a:moveTo>
                <a:cubicBezTo>
                  <a:pt x="267635" y="204865"/>
                  <a:pt x="272840" y="207467"/>
                  <a:pt x="276744" y="206166"/>
                </a:cubicBezTo>
                <a:lnTo>
                  <a:pt x="289757" y="203564"/>
                </a:lnTo>
                <a:cubicBezTo>
                  <a:pt x="301468" y="200961"/>
                  <a:pt x="309276" y="215275"/>
                  <a:pt x="301468" y="224384"/>
                </a:cubicBezTo>
                <a:lnTo>
                  <a:pt x="292359" y="234795"/>
                </a:lnTo>
                <a:cubicBezTo>
                  <a:pt x="288455" y="238699"/>
                  <a:pt x="288455" y="243904"/>
                  <a:pt x="292359" y="247808"/>
                </a:cubicBezTo>
                <a:lnTo>
                  <a:pt x="301468" y="258218"/>
                </a:lnTo>
                <a:cubicBezTo>
                  <a:pt x="309276" y="267327"/>
                  <a:pt x="301468" y="281642"/>
                  <a:pt x="289757" y="279039"/>
                </a:cubicBezTo>
                <a:lnTo>
                  <a:pt x="276744" y="276437"/>
                </a:lnTo>
                <a:cubicBezTo>
                  <a:pt x="271538" y="275135"/>
                  <a:pt x="267635" y="277738"/>
                  <a:pt x="266333" y="282943"/>
                </a:cubicBezTo>
                <a:lnTo>
                  <a:pt x="262429" y="295956"/>
                </a:lnTo>
                <a:cubicBezTo>
                  <a:pt x="258525" y="307668"/>
                  <a:pt x="242910" y="307668"/>
                  <a:pt x="239006" y="295956"/>
                </a:cubicBezTo>
                <a:lnTo>
                  <a:pt x="235102" y="282943"/>
                </a:lnTo>
                <a:cubicBezTo>
                  <a:pt x="233801" y="277738"/>
                  <a:pt x="228595" y="275135"/>
                  <a:pt x="224692" y="276437"/>
                </a:cubicBezTo>
                <a:lnTo>
                  <a:pt x="211679" y="279039"/>
                </a:lnTo>
                <a:cubicBezTo>
                  <a:pt x="199967" y="281642"/>
                  <a:pt x="192159" y="267327"/>
                  <a:pt x="199967" y="258218"/>
                </a:cubicBezTo>
                <a:lnTo>
                  <a:pt x="209076" y="247808"/>
                </a:lnTo>
                <a:moveTo>
                  <a:pt x="55956" y="256356"/>
                </a:moveTo>
                <a:cubicBezTo>
                  <a:pt x="0" y="200400"/>
                  <a:pt x="0" y="109309"/>
                  <a:pt x="55956" y="53353"/>
                </a:cubicBezTo>
                <a:cubicBezTo>
                  <a:pt x="98899" y="10410"/>
                  <a:pt x="161361" y="0"/>
                  <a:pt x="213413" y="23423"/>
                </a:cubicBezTo>
                <a:moveTo>
                  <a:pt x="4229" y="1446"/>
                </a:moveTo>
                <a:moveTo>
                  <a:pt x="294094" y="57258"/>
                </a:moveTo>
                <a:lnTo>
                  <a:pt x="257657" y="54655"/>
                </a:lnTo>
                <a:lnTo>
                  <a:pt x="255055" y="91092"/>
                </a:lnTo>
                <a:moveTo>
                  <a:pt x="4229" y="1446"/>
                </a:moveTo>
                <a:moveTo>
                  <a:pt x="19518" y="252456"/>
                </a:moveTo>
                <a:lnTo>
                  <a:pt x="55955" y="256360"/>
                </a:lnTo>
                <a:lnTo>
                  <a:pt x="59859" y="219924"/>
                </a:lnTo>
                <a:moveTo>
                  <a:pt x="257657" y="54655"/>
                </a:moveTo>
                <a:cubicBezTo>
                  <a:pt x="287587" y="84585"/>
                  <a:pt x="301902" y="123624"/>
                  <a:pt x="299299" y="162664"/>
                </a:cubicBezTo>
                <a:moveTo>
                  <a:pt x="160060" y="299306"/>
                </a:moveTo>
                <a:cubicBezTo>
                  <a:pt x="139239" y="299306"/>
                  <a:pt x="119719" y="295402"/>
                  <a:pt x="100200" y="287594"/>
                </a:cubicBezTo>
                <a:moveTo>
                  <a:pt x="159300" y="176442"/>
                </a:moveTo>
                <a:cubicBezTo>
                  <a:pt x="169497" y="176442"/>
                  <a:pt x="177764" y="168175"/>
                  <a:pt x="177764" y="157978"/>
                </a:cubicBezTo>
                <a:cubicBezTo>
                  <a:pt x="177764" y="147779"/>
                  <a:pt x="169497" y="139513"/>
                  <a:pt x="159300" y="139513"/>
                </a:cubicBezTo>
                <a:cubicBezTo>
                  <a:pt x="149103" y="139513"/>
                  <a:pt x="140836" y="147779"/>
                  <a:pt x="140836" y="157978"/>
                </a:cubicBezTo>
                <a:cubicBezTo>
                  <a:pt x="140836" y="168175"/>
                  <a:pt x="149103" y="176442"/>
                  <a:pt x="159300" y="176442"/>
                </a:cubicBezTo>
                <a:close/>
                <a:moveTo>
                  <a:pt x="250718" y="255284"/>
                </a:moveTo>
                <a:cubicBezTo>
                  <a:pt x="258280" y="255284"/>
                  <a:pt x="264410" y="249153"/>
                  <a:pt x="264410" y="241590"/>
                </a:cubicBezTo>
                <a:cubicBezTo>
                  <a:pt x="264410" y="234028"/>
                  <a:pt x="258280" y="227898"/>
                  <a:pt x="250718" y="227898"/>
                </a:cubicBezTo>
                <a:cubicBezTo>
                  <a:pt x="243154" y="227898"/>
                  <a:pt x="237024" y="234028"/>
                  <a:pt x="237024" y="241590"/>
                </a:cubicBezTo>
                <a:cubicBezTo>
                  <a:pt x="237024" y="249153"/>
                  <a:pt x="243154" y="255284"/>
                  <a:pt x="250718" y="255284"/>
                </a:cubicBezTo>
                <a:close/>
              </a:path>
            </a:pathLst>
          </a:custGeom>
          <a:noFill/>
          <a:ln w="9758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34146" y="2015276"/>
            <a:ext cx="294771" cy="292428"/>
          </a:xfrm>
          <a:custGeom>
            <a:avLst/>
            <a:gdLst/>
            <a:ahLst/>
            <a:cxnLst/>
            <a:rect l="0" t="0" r="0" b="0"/>
            <a:pathLst>
              <a:path w="294771" h="292428">
                <a:moveTo>
                  <a:pt x="58558" y="26026"/>
                </a:moveTo>
                <a:lnTo>
                  <a:pt x="29279" y="0"/>
                </a:lnTo>
                <a:lnTo>
                  <a:pt x="0" y="26026"/>
                </a:lnTo>
                <a:lnTo>
                  <a:pt x="0" y="221221"/>
                </a:lnTo>
                <a:lnTo>
                  <a:pt x="58558" y="221221"/>
                </a:lnTo>
                <a:lnTo>
                  <a:pt x="58558" y="26026"/>
                </a:lnTo>
                <a:close/>
                <a:moveTo>
                  <a:pt x="162662" y="122062"/>
                </a:moveTo>
                <a:lnTo>
                  <a:pt x="162662" y="26026"/>
                </a:lnTo>
                <a:lnTo>
                  <a:pt x="133383" y="0"/>
                </a:lnTo>
                <a:lnTo>
                  <a:pt x="104104" y="26026"/>
                </a:lnTo>
                <a:lnTo>
                  <a:pt x="104104" y="217551"/>
                </a:lnTo>
                <a:moveTo>
                  <a:pt x="266767" y="110610"/>
                </a:moveTo>
                <a:lnTo>
                  <a:pt x="266767" y="26026"/>
                </a:lnTo>
                <a:lnTo>
                  <a:pt x="237487" y="0"/>
                </a:lnTo>
                <a:lnTo>
                  <a:pt x="208208" y="26026"/>
                </a:lnTo>
                <a:lnTo>
                  <a:pt x="208208" y="110610"/>
                </a:lnTo>
                <a:moveTo>
                  <a:pt x="104104" y="58558"/>
                </a:moveTo>
                <a:lnTo>
                  <a:pt x="58558" y="58558"/>
                </a:lnTo>
                <a:moveTo>
                  <a:pt x="104104" y="106576"/>
                </a:moveTo>
                <a:lnTo>
                  <a:pt x="58558" y="106576"/>
                </a:lnTo>
                <a:moveTo>
                  <a:pt x="104104" y="148673"/>
                </a:moveTo>
                <a:lnTo>
                  <a:pt x="58558" y="148673"/>
                </a:lnTo>
                <a:moveTo>
                  <a:pt x="104078" y="196678"/>
                </a:moveTo>
                <a:lnTo>
                  <a:pt x="58558" y="196678"/>
                </a:lnTo>
                <a:moveTo>
                  <a:pt x="208182" y="58558"/>
                </a:moveTo>
                <a:lnTo>
                  <a:pt x="162662" y="58558"/>
                </a:lnTo>
                <a:moveTo>
                  <a:pt x="146240" y="185682"/>
                </a:moveTo>
                <a:lnTo>
                  <a:pt x="281745" y="185682"/>
                </a:lnTo>
                <a:cubicBezTo>
                  <a:pt x="288931" y="185682"/>
                  <a:pt x="294758" y="191509"/>
                  <a:pt x="294758" y="198695"/>
                </a:cubicBezTo>
                <a:lnTo>
                  <a:pt x="294758" y="240519"/>
                </a:lnTo>
                <a:lnTo>
                  <a:pt x="294758" y="240519"/>
                </a:lnTo>
                <a:lnTo>
                  <a:pt x="133227" y="240519"/>
                </a:lnTo>
                <a:lnTo>
                  <a:pt x="133227" y="240519"/>
                </a:lnTo>
                <a:lnTo>
                  <a:pt x="133227" y="198695"/>
                </a:lnTo>
                <a:cubicBezTo>
                  <a:pt x="133227" y="191509"/>
                  <a:pt x="139053" y="185682"/>
                  <a:pt x="146240" y="185682"/>
                </a:cubicBezTo>
                <a:close/>
                <a:moveTo>
                  <a:pt x="133383" y="240519"/>
                </a:moveTo>
                <a:lnTo>
                  <a:pt x="294771" y="240519"/>
                </a:lnTo>
                <a:lnTo>
                  <a:pt x="294771" y="292428"/>
                </a:lnTo>
                <a:lnTo>
                  <a:pt x="133383" y="292428"/>
                </a:lnTo>
                <a:close/>
                <a:moveTo>
                  <a:pt x="213244" y="222978"/>
                </a:moveTo>
                <a:lnTo>
                  <a:pt x="213244" y="256864"/>
                </a:lnTo>
                <a:moveTo>
                  <a:pt x="251060" y="185682"/>
                </a:moveTo>
                <a:lnTo>
                  <a:pt x="251060" y="156442"/>
                </a:lnTo>
                <a:cubicBezTo>
                  <a:pt x="251060" y="150484"/>
                  <a:pt x="246230" y="145654"/>
                  <a:pt x="240272" y="145654"/>
                </a:cubicBezTo>
                <a:lnTo>
                  <a:pt x="190042" y="145654"/>
                </a:lnTo>
                <a:cubicBezTo>
                  <a:pt x="184084" y="145654"/>
                  <a:pt x="179254" y="150484"/>
                  <a:pt x="179254" y="156442"/>
                </a:cubicBezTo>
                <a:lnTo>
                  <a:pt x="179254" y="185682"/>
                </a:lnTo>
              </a:path>
            </a:pathLst>
          </a:custGeom>
          <a:noFill/>
          <a:ln w="9758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0011" y="2032665"/>
            <a:ext cx="1358265" cy="14054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8D5E9"/>
                </a:solidFill>
                <a:latin typeface="Montserrat"/>
              </a:rPr>
              <a:t>Limited Role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90848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3" name="Group 12"/>
          <p:cNvGrpSpPr/>
          <p:nvPr/>
        </p:nvGrpSpPr>
        <p:grpSpPr>
          <a:xfrm>
            <a:off x="619125" y="2205119"/>
            <a:ext cx="2209961" cy="342852"/>
            <a:chOff x="619125" y="2200357"/>
            <a:chExt cx="2209961" cy="342852"/>
          </a:xfrm>
        </p:grpSpPr>
        <p:sp>
          <p:nvSpPr>
            <p:cNvPr id="11" name="TextBox 10"/>
            <p:cNvSpPr txBox="1"/>
            <p:nvPr/>
          </p:nvSpPr>
          <p:spPr>
            <a:xfrm>
              <a:off x="619125" y="2200357"/>
              <a:ext cx="254145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Learner: Explore, enroll, track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19125" y="2371807"/>
              <a:ext cx="2541455" cy="17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progress, and request mentorship.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867804" y="2251280"/>
            <a:ext cx="903683" cy="1054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>
                <a:solidFill>
                  <a:srgbClr val="C5C8E8"/>
                </a:solidFill>
                <a:latin typeface="Montserrat"/>
              </a:rPr>
              <a:t>Distinct user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0011" y="2251280"/>
            <a:ext cx="1135542" cy="1054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>
                <a:solidFill>
                  <a:srgbClr val="C5C8E8"/>
                </a:solidFill>
                <a:latin typeface="Montserrat"/>
              </a:rPr>
              <a:t>Only four distinct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739" y="2473801"/>
            <a:ext cx="143307" cy="234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1">
                <a:solidFill>
                  <a:srgbClr val="C5C8E8"/>
                </a:solidFill>
                <a:latin typeface="Montserrat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1567" y="2473801"/>
            <a:ext cx="261060" cy="234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1">
                <a:solidFill>
                  <a:srgbClr val="C5C8E8"/>
                </a:solidFill>
                <a:latin typeface="Montserrat"/>
              </a:rPr>
              <a:t>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62305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1" name="Group 20"/>
          <p:cNvGrpSpPr/>
          <p:nvPr/>
        </p:nvGrpSpPr>
        <p:grpSpPr>
          <a:xfrm>
            <a:off x="619125" y="2776576"/>
            <a:ext cx="2145982" cy="342852"/>
            <a:chOff x="619125" y="2771814"/>
            <a:chExt cx="2145982" cy="342852"/>
          </a:xfrm>
        </p:grpSpPr>
        <p:sp>
          <p:nvSpPr>
            <p:cNvPr id="19" name="TextBox 18"/>
            <p:cNvSpPr txBox="1"/>
            <p:nvPr/>
          </p:nvSpPr>
          <p:spPr>
            <a:xfrm>
              <a:off x="619125" y="2771814"/>
              <a:ext cx="2467879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Creator: Author courses, manage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19125" y="2943264"/>
              <a:ext cx="2467879" cy="17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units, and publish resources.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90525" y="1450742"/>
            <a:ext cx="2447925" cy="411480"/>
            <a:chOff x="390525" y="1445980"/>
            <a:chExt cx="2447925" cy="411480"/>
          </a:xfrm>
        </p:grpSpPr>
        <p:sp>
          <p:nvSpPr>
            <p:cNvPr id="22" name="TextBox 21"/>
            <p:cNvSpPr txBox="1"/>
            <p:nvPr/>
          </p:nvSpPr>
          <p:spPr>
            <a:xfrm>
              <a:off x="390525" y="1445980"/>
              <a:ext cx="2815113" cy="205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C5C8E8"/>
                  </a:solidFill>
                  <a:latin typeface="Montserrat"/>
                </a:rPr>
                <a:t>Tailored workflows for four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0525" y="1651720"/>
              <a:ext cx="281511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C5C8E8"/>
                  </a:solidFill>
                  <a:latin typeface="Montserrat"/>
                </a:rPr>
                <a:t>distinct user roles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5554648" y="3176504"/>
            <a:ext cx="189499" cy="234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1">
                <a:solidFill>
                  <a:srgbClr val="C5C8E8"/>
                </a:solidFill>
                <a:latin typeface="Montserrat"/>
              </a:rPr>
              <a:t>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2731" y="3176504"/>
            <a:ext cx="138750" cy="234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1">
                <a:solidFill>
                  <a:srgbClr val="C5C8E8"/>
                </a:solidFill>
                <a:latin typeface="Montserrat"/>
              </a:rPr>
              <a:t>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433762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1" name="Group 30"/>
          <p:cNvGrpSpPr/>
          <p:nvPr/>
        </p:nvGrpSpPr>
        <p:grpSpPr>
          <a:xfrm>
            <a:off x="619125" y="3348035"/>
            <a:ext cx="1873729" cy="514302"/>
            <a:chOff x="619125" y="3343273"/>
            <a:chExt cx="1873729" cy="514302"/>
          </a:xfrm>
        </p:grpSpPr>
        <p:sp>
          <p:nvSpPr>
            <p:cNvPr id="28" name="TextBox 27"/>
            <p:cNvSpPr txBox="1"/>
            <p:nvPr/>
          </p:nvSpPr>
          <p:spPr>
            <a:xfrm>
              <a:off x="619125" y="3343273"/>
              <a:ext cx="2154788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Expert: Maintain profiles and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19125" y="3514723"/>
              <a:ext cx="2154788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conduct paid mentorship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9125" y="3686173"/>
              <a:ext cx="2154788" cy="17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sessions.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3961548" y="3490798"/>
            <a:ext cx="809939" cy="281034"/>
            <a:chOff x="3961548" y="3486036"/>
            <a:chExt cx="809939" cy="281034"/>
          </a:xfrm>
        </p:grpSpPr>
        <p:sp>
          <p:nvSpPr>
            <p:cNvPr id="32" name="TextBox 31"/>
            <p:cNvSpPr txBox="1"/>
            <p:nvPr/>
          </p:nvSpPr>
          <p:spPr>
            <a:xfrm>
              <a:off x="3840058" y="3486036"/>
              <a:ext cx="931429" cy="1404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68D5E9"/>
                  </a:solidFill>
                  <a:latin typeface="Montserrat"/>
                </a:rPr>
                <a:t>Expand Role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840058" y="3626529"/>
              <a:ext cx="931429" cy="14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68D5E9"/>
                  </a:solidFill>
                  <a:latin typeface="Montserrat"/>
                </a:rPr>
                <a:t>Functionality</a:t>
              </a:r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5070370" y="3579909"/>
            <a:ext cx="299299" cy="286286"/>
          </a:xfrm>
          <a:custGeom>
            <a:avLst/>
            <a:gdLst/>
            <a:ahLst/>
            <a:cxnLst/>
            <a:rect l="0" t="0" r="0" b="0"/>
            <a:pathLst>
              <a:path w="299299" h="286286">
                <a:moveTo>
                  <a:pt x="0" y="286286"/>
                </a:moveTo>
                <a:lnTo>
                  <a:pt x="299299" y="286286"/>
                </a:lnTo>
                <a:moveTo>
                  <a:pt x="52000" y="286286"/>
                </a:moveTo>
                <a:lnTo>
                  <a:pt x="52000" y="227728"/>
                </a:lnTo>
                <a:cubicBezTo>
                  <a:pt x="52000" y="224134"/>
                  <a:pt x="49087" y="221221"/>
                  <a:pt x="45493" y="221221"/>
                </a:cubicBezTo>
                <a:lnTo>
                  <a:pt x="19467" y="221221"/>
                </a:lnTo>
                <a:cubicBezTo>
                  <a:pt x="15874" y="221221"/>
                  <a:pt x="12960" y="224134"/>
                  <a:pt x="12960" y="227728"/>
                </a:cubicBezTo>
                <a:lnTo>
                  <a:pt x="12960" y="286286"/>
                </a:lnTo>
                <a:moveTo>
                  <a:pt x="130078" y="286286"/>
                </a:moveTo>
                <a:lnTo>
                  <a:pt x="130078" y="162662"/>
                </a:lnTo>
                <a:cubicBezTo>
                  <a:pt x="130078" y="159069"/>
                  <a:pt x="127165" y="156156"/>
                  <a:pt x="123571" y="156156"/>
                </a:cubicBezTo>
                <a:lnTo>
                  <a:pt x="97545" y="156156"/>
                </a:lnTo>
                <a:cubicBezTo>
                  <a:pt x="93952" y="156156"/>
                  <a:pt x="91039" y="159069"/>
                  <a:pt x="91039" y="162662"/>
                </a:cubicBezTo>
                <a:lnTo>
                  <a:pt x="91039" y="286286"/>
                </a:lnTo>
                <a:moveTo>
                  <a:pt x="208156" y="286286"/>
                </a:moveTo>
                <a:lnTo>
                  <a:pt x="208156" y="188688"/>
                </a:lnTo>
                <a:cubicBezTo>
                  <a:pt x="208156" y="185095"/>
                  <a:pt x="205243" y="182182"/>
                  <a:pt x="201649" y="182182"/>
                </a:cubicBezTo>
                <a:lnTo>
                  <a:pt x="175623" y="182182"/>
                </a:lnTo>
                <a:cubicBezTo>
                  <a:pt x="172030" y="182182"/>
                  <a:pt x="169117" y="185095"/>
                  <a:pt x="169117" y="188688"/>
                </a:cubicBezTo>
                <a:lnTo>
                  <a:pt x="169117" y="286286"/>
                </a:lnTo>
                <a:moveTo>
                  <a:pt x="286234" y="286286"/>
                </a:moveTo>
                <a:lnTo>
                  <a:pt x="286234" y="97597"/>
                </a:lnTo>
                <a:cubicBezTo>
                  <a:pt x="286234" y="94004"/>
                  <a:pt x="283321" y="91091"/>
                  <a:pt x="279728" y="91091"/>
                </a:cubicBezTo>
                <a:lnTo>
                  <a:pt x="253702" y="91091"/>
                </a:lnTo>
                <a:cubicBezTo>
                  <a:pt x="250108" y="91091"/>
                  <a:pt x="247195" y="94004"/>
                  <a:pt x="247195" y="97597"/>
                </a:cubicBezTo>
                <a:lnTo>
                  <a:pt x="247195" y="286286"/>
                </a:lnTo>
                <a:moveTo>
                  <a:pt x="273221" y="0"/>
                </a:moveTo>
                <a:lnTo>
                  <a:pt x="200088" y="78806"/>
                </a:lnTo>
                <a:cubicBezTo>
                  <a:pt x="193140" y="86298"/>
                  <a:pt x="182452" y="89031"/>
                  <a:pt x="172760" y="85794"/>
                </a:cubicBezTo>
                <a:lnTo>
                  <a:pt x="124365" y="69645"/>
                </a:lnTo>
                <a:cubicBezTo>
                  <a:pt x="115813" y="66794"/>
                  <a:pt x="106396" y="68572"/>
                  <a:pt x="99471" y="74343"/>
                </a:cubicBezTo>
                <a:lnTo>
                  <a:pt x="32480" y="130130"/>
                </a:lnTo>
                <a:moveTo>
                  <a:pt x="221221" y="0"/>
                </a:moveTo>
                <a:lnTo>
                  <a:pt x="273273" y="0"/>
                </a:lnTo>
                <a:lnTo>
                  <a:pt x="273273" y="52052"/>
                </a:lnTo>
              </a:path>
            </a:pathLst>
          </a:custGeom>
          <a:noFill/>
          <a:ln w="9758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38388" y="3600423"/>
            <a:ext cx="286286" cy="245259"/>
          </a:xfrm>
          <a:custGeom>
            <a:avLst/>
            <a:gdLst/>
            <a:ahLst/>
            <a:cxnLst/>
            <a:rect l="0" t="0" r="0" b="0"/>
            <a:pathLst>
              <a:path w="286286" h="245259">
                <a:moveTo>
                  <a:pt x="143140" y="51669"/>
                </a:moveTo>
                <a:lnTo>
                  <a:pt x="143140" y="0"/>
                </a:lnTo>
                <a:moveTo>
                  <a:pt x="112606" y="58864"/>
                </a:moveTo>
                <a:lnTo>
                  <a:pt x="93259" y="34476"/>
                </a:lnTo>
                <a:moveTo>
                  <a:pt x="173679" y="58864"/>
                </a:moveTo>
                <a:lnTo>
                  <a:pt x="193026" y="34476"/>
                </a:lnTo>
                <a:moveTo>
                  <a:pt x="143145" y="193589"/>
                </a:moveTo>
                <a:lnTo>
                  <a:pt x="143145" y="245259"/>
                </a:lnTo>
                <a:moveTo>
                  <a:pt x="173679" y="186395"/>
                </a:moveTo>
                <a:lnTo>
                  <a:pt x="193026" y="210782"/>
                </a:lnTo>
                <a:moveTo>
                  <a:pt x="112606" y="186395"/>
                </a:moveTo>
                <a:lnTo>
                  <a:pt x="93259" y="210782"/>
                </a:lnTo>
                <a:moveTo>
                  <a:pt x="133459" y="115221"/>
                </a:moveTo>
                <a:lnTo>
                  <a:pt x="67104" y="55415"/>
                </a:lnTo>
                <a:cubicBezTo>
                  <a:pt x="65259" y="53937"/>
                  <a:pt x="63243" y="53649"/>
                  <a:pt x="61058" y="54559"/>
                </a:cubicBezTo>
                <a:cubicBezTo>
                  <a:pt x="58873" y="55469"/>
                  <a:pt x="57771" y="57121"/>
                  <a:pt x="57771" y="59514"/>
                </a:cubicBezTo>
                <a:lnTo>
                  <a:pt x="57771" y="97787"/>
                </a:lnTo>
                <a:lnTo>
                  <a:pt x="5532" y="97787"/>
                </a:lnTo>
                <a:cubicBezTo>
                  <a:pt x="3916" y="97787"/>
                  <a:pt x="2590" y="98296"/>
                  <a:pt x="1555" y="99325"/>
                </a:cubicBezTo>
                <a:cubicBezTo>
                  <a:pt x="520" y="100348"/>
                  <a:pt x="0" y="101659"/>
                  <a:pt x="0" y="103257"/>
                </a:cubicBezTo>
                <a:lnTo>
                  <a:pt x="0" y="136065"/>
                </a:lnTo>
                <a:cubicBezTo>
                  <a:pt x="0" y="137657"/>
                  <a:pt x="520" y="138967"/>
                  <a:pt x="1555" y="139991"/>
                </a:cubicBezTo>
                <a:cubicBezTo>
                  <a:pt x="2590" y="141014"/>
                  <a:pt x="3916" y="141529"/>
                  <a:pt x="5532" y="141529"/>
                </a:cubicBezTo>
                <a:lnTo>
                  <a:pt x="57771" y="141529"/>
                </a:lnTo>
                <a:lnTo>
                  <a:pt x="57771" y="179801"/>
                </a:lnTo>
                <a:cubicBezTo>
                  <a:pt x="57771" y="182082"/>
                  <a:pt x="58873" y="183734"/>
                  <a:pt x="61058" y="184756"/>
                </a:cubicBezTo>
                <a:cubicBezTo>
                  <a:pt x="63249" y="185672"/>
                  <a:pt x="65264" y="185325"/>
                  <a:pt x="67111" y="183734"/>
                </a:cubicBezTo>
                <a:lnTo>
                  <a:pt x="133466" y="123240"/>
                </a:lnTo>
                <a:cubicBezTo>
                  <a:pt x="135738" y="120993"/>
                  <a:pt x="135712" y="117459"/>
                  <a:pt x="133459" y="115221"/>
                </a:cubicBezTo>
                <a:close/>
                <a:moveTo>
                  <a:pt x="152826" y="115221"/>
                </a:moveTo>
                <a:lnTo>
                  <a:pt x="219181" y="55415"/>
                </a:lnTo>
                <a:cubicBezTo>
                  <a:pt x="221027" y="53937"/>
                  <a:pt x="223043" y="53649"/>
                  <a:pt x="225228" y="54559"/>
                </a:cubicBezTo>
                <a:cubicBezTo>
                  <a:pt x="227413" y="55469"/>
                  <a:pt x="228514" y="57121"/>
                  <a:pt x="228514" y="59514"/>
                </a:cubicBezTo>
                <a:lnTo>
                  <a:pt x="228514" y="97787"/>
                </a:lnTo>
                <a:lnTo>
                  <a:pt x="280754" y="97787"/>
                </a:lnTo>
                <a:cubicBezTo>
                  <a:pt x="282370" y="97787"/>
                  <a:pt x="283696" y="98296"/>
                  <a:pt x="284730" y="99325"/>
                </a:cubicBezTo>
                <a:cubicBezTo>
                  <a:pt x="285766" y="100348"/>
                  <a:pt x="286286" y="101659"/>
                  <a:pt x="286286" y="103257"/>
                </a:cubicBezTo>
                <a:lnTo>
                  <a:pt x="286286" y="136065"/>
                </a:lnTo>
                <a:cubicBezTo>
                  <a:pt x="286286" y="137657"/>
                  <a:pt x="285766" y="138967"/>
                  <a:pt x="284730" y="139991"/>
                </a:cubicBezTo>
                <a:cubicBezTo>
                  <a:pt x="283696" y="141014"/>
                  <a:pt x="282370" y="141529"/>
                  <a:pt x="280754" y="141529"/>
                </a:cubicBezTo>
                <a:lnTo>
                  <a:pt x="228514" y="141529"/>
                </a:lnTo>
                <a:lnTo>
                  <a:pt x="228514" y="179801"/>
                </a:lnTo>
                <a:cubicBezTo>
                  <a:pt x="228514" y="182082"/>
                  <a:pt x="227413" y="183734"/>
                  <a:pt x="225228" y="184756"/>
                </a:cubicBezTo>
                <a:cubicBezTo>
                  <a:pt x="223036" y="185672"/>
                  <a:pt x="221021" y="185325"/>
                  <a:pt x="219175" y="183734"/>
                </a:cubicBezTo>
                <a:lnTo>
                  <a:pt x="152820" y="123240"/>
                </a:lnTo>
                <a:cubicBezTo>
                  <a:pt x="150547" y="120993"/>
                  <a:pt x="150574" y="117459"/>
                  <a:pt x="152826" y="115221"/>
                </a:cubicBezTo>
                <a:close/>
              </a:path>
            </a:pathLst>
          </a:custGeom>
          <a:noFill/>
          <a:ln w="9758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30011" y="3561045"/>
            <a:ext cx="971038" cy="14054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8D5E9"/>
                </a:solidFill>
                <a:latin typeface="Montserrat"/>
              </a:rPr>
              <a:t>Role Conflicts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56634" y="3849908"/>
            <a:ext cx="1014853" cy="1054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>
                <a:solidFill>
                  <a:srgbClr val="C5C8E8"/>
                </a:solidFill>
                <a:latin typeface="Montserrat"/>
              </a:rPr>
              <a:t>Add more user roles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0011" y="3779661"/>
            <a:ext cx="1314087" cy="1054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>
                <a:solidFill>
                  <a:srgbClr val="C5C8E8"/>
                </a:solidFill>
                <a:latin typeface="Montserrat"/>
              </a:rPr>
              <a:t>Potential user role overlap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0525" y="376237"/>
            <a:ext cx="7334631" cy="3600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700" b="1">
                <a:solidFill>
                  <a:srgbClr val="68D5E9"/>
                </a:solidFill>
                <a:latin typeface="Montserrat"/>
              </a:rPr>
              <a:t>Role-Based Platform Architecture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619125" y="4090940"/>
            <a:ext cx="2219325" cy="342852"/>
            <a:chOff x="619125" y="4086178"/>
            <a:chExt cx="2219325" cy="342852"/>
          </a:xfrm>
        </p:grpSpPr>
        <p:sp>
          <p:nvSpPr>
            <p:cNvPr id="41" name="TextBox 40"/>
            <p:cNvSpPr txBox="1"/>
            <p:nvPr/>
          </p:nvSpPr>
          <p:spPr>
            <a:xfrm>
              <a:off x="619125" y="4086178"/>
              <a:ext cx="255222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Admin: Platform moderation, user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19125" y="4257628"/>
              <a:ext cx="2552223" cy="17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management, and statistics.</a:t>
              </a:r>
            </a:p>
          </p:txBody>
        </p:sp>
      </p:grpSp>
      <p:sp>
        <p:nvSpPr>
          <p:cNvPr id="44" name="Rounded Rectangle 43"/>
          <p:cNvSpPr/>
          <p:nvPr/>
        </p:nvSpPr>
        <p:spPr>
          <a:xfrm>
            <a:off x="457200" y="4176668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8867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61C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28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5" name="Group 4"/>
          <p:cNvGrpSpPr/>
          <p:nvPr/>
        </p:nvGrpSpPr>
        <p:grpSpPr>
          <a:xfrm>
            <a:off x="4360439" y="1583044"/>
            <a:ext cx="491365" cy="2989007"/>
            <a:chOff x="4360439" y="1578282"/>
            <a:chExt cx="491365" cy="2989007"/>
          </a:xfrm>
        </p:grpSpPr>
        <p:sp>
          <p:nvSpPr>
            <p:cNvPr id="2" name="Rounded Rectangle 1"/>
            <p:cNvSpPr/>
            <p:nvPr/>
          </p:nvSpPr>
          <p:spPr>
            <a:xfrm>
              <a:off x="4647069" y="1578282"/>
              <a:ext cx="204735" cy="2989007"/>
            </a:xfrm>
            <a:custGeom>
              <a:avLst/>
              <a:gdLst/>
              <a:ahLst/>
              <a:cxnLst/>
              <a:rect l="0" t="0" r="0" b="0"/>
              <a:pathLst>
                <a:path w="204735" h="2989007">
                  <a:moveTo>
                    <a:pt x="0" y="2989007"/>
                  </a:moveTo>
                  <a:cubicBezTo>
                    <a:pt x="76270" y="2989007"/>
                    <a:pt x="204735" y="2319895"/>
                    <a:pt x="204735" y="1494503"/>
                  </a:cubicBezTo>
                  <a:cubicBezTo>
                    <a:pt x="204735" y="669111"/>
                    <a:pt x="76270" y="0"/>
                    <a:pt x="0" y="0"/>
                  </a:cubicBezTo>
                  <a:cubicBezTo>
                    <a:pt x="76374" y="77"/>
                    <a:pt x="138285" y="671144"/>
                    <a:pt x="138285" y="1494503"/>
                  </a:cubicBezTo>
                  <a:cubicBezTo>
                    <a:pt x="138285" y="2317863"/>
                    <a:pt x="76374" y="2988929"/>
                    <a:pt x="0" y="2989007"/>
                  </a:cubicBezTo>
                  <a:close/>
                </a:path>
              </a:pathLst>
            </a:custGeom>
            <a:noFill/>
            <a:ln w="10236">
              <a:solidFill>
                <a:srgbClr val="C5C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1999" y="1578282"/>
              <a:ext cx="211560" cy="2989007"/>
            </a:xfrm>
            <a:custGeom>
              <a:avLst/>
              <a:gdLst/>
              <a:ahLst/>
              <a:cxnLst/>
              <a:rect l="0" t="0" r="0" b="0"/>
              <a:pathLst>
                <a:path w="211560" h="2989007">
                  <a:moveTo>
                    <a:pt x="73563" y="2989007"/>
                  </a:moveTo>
                  <a:cubicBezTo>
                    <a:pt x="149778" y="2988929"/>
                    <a:pt x="211560" y="2317863"/>
                    <a:pt x="211560" y="1494503"/>
                  </a:cubicBezTo>
                  <a:cubicBezTo>
                    <a:pt x="211560" y="671144"/>
                    <a:pt x="149778" y="77"/>
                    <a:pt x="73563" y="0"/>
                  </a:cubicBezTo>
                  <a:lnTo>
                    <a:pt x="3442" y="0"/>
                  </a:lnTo>
                  <a:cubicBezTo>
                    <a:pt x="75060" y="53614"/>
                    <a:pt x="131623" y="704221"/>
                    <a:pt x="131623" y="1494503"/>
                  </a:cubicBezTo>
                  <a:cubicBezTo>
                    <a:pt x="131623" y="2284786"/>
                    <a:pt x="71617" y="2935393"/>
                    <a:pt x="0" y="2989007"/>
                  </a:cubicBezTo>
                  <a:lnTo>
                    <a:pt x="73563" y="2989007"/>
                  </a:lnTo>
                  <a:close/>
                </a:path>
              </a:pathLst>
            </a:custGeom>
            <a:noFill/>
            <a:ln w="10236">
              <a:solidFill>
                <a:srgbClr val="C5C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360439" y="1578282"/>
              <a:ext cx="341225" cy="2989007"/>
            </a:xfrm>
            <a:custGeom>
              <a:avLst/>
              <a:gdLst/>
              <a:ahLst/>
              <a:cxnLst/>
              <a:rect l="0" t="0" r="0" b="0"/>
              <a:pathLst>
                <a:path w="341225" h="2989007">
                  <a:moveTo>
                    <a:pt x="341225" y="1494503"/>
                  </a:moveTo>
                  <a:cubicBezTo>
                    <a:pt x="341225" y="2284786"/>
                    <a:pt x="281223" y="2935393"/>
                    <a:pt x="209610" y="2989007"/>
                  </a:cubicBezTo>
                  <a:lnTo>
                    <a:pt x="203423" y="2989007"/>
                  </a:lnTo>
                  <a:cubicBezTo>
                    <a:pt x="127316" y="2989007"/>
                    <a:pt x="0" y="2319895"/>
                    <a:pt x="0" y="1494503"/>
                  </a:cubicBezTo>
                  <a:cubicBezTo>
                    <a:pt x="0" y="669111"/>
                    <a:pt x="127316" y="0"/>
                    <a:pt x="203423" y="0"/>
                  </a:cubicBezTo>
                  <a:cubicBezTo>
                    <a:pt x="206660" y="0"/>
                    <a:pt x="213053" y="0"/>
                    <a:pt x="213053" y="0"/>
                  </a:cubicBezTo>
                  <a:cubicBezTo>
                    <a:pt x="284666" y="53614"/>
                    <a:pt x="341225" y="704221"/>
                    <a:pt x="341225" y="1494503"/>
                  </a:cubicBezTo>
                  <a:close/>
                </a:path>
              </a:pathLst>
            </a:custGeom>
            <a:noFill/>
            <a:ln w="10236">
              <a:solidFill>
                <a:srgbClr val="C5C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718934" y="1951568"/>
            <a:ext cx="1707833" cy="746760"/>
            <a:chOff x="3718934" y="1946806"/>
            <a:chExt cx="1707833" cy="746760"/>
          </a:xfrm>
        </p:grpSpPr>
        <p:sp>
          <p:nvSpPr>
            <p:cNvPr id="6" name="Rounded Rectangle 5"/>
            <p:cNvSpPr/>
            <p:nvPr/>
          </p:nvSpPr>
          <p:spPr>
            <a:xfrm>
              <a:off x="3718934" y="1946806"/>
              <a:ext cx="1695069" cy="736663"/>
            </a:xfrm>
            <a:custGeom>
              <a:avLst/>
              <a:gdLst/>
              <a:ahLst/>
              <a:cxnLst/>
              <a:rect l="0" t="0" r="0" b="0"/>
              <a:pathLst>
                <a:path w="1695069" h="736663">
                  <a:moveTo>
                    <a:pt x="0" y="0"/>
                  </a:moveTo>
                  <a:lnTo>
                    <a:pt x="818959" y="0"/>
                  </a:lnTo>
                  <a:lnTo>
                    <a:pt x="1695069" y="736663"/>
                  </a:lnTo>
                </a:path>
              </a:pathLst>
            </a:custGeom>
            <a:noFill/>
            <a:ln w="10236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361997" y="2632606"/>
              <a:ext cx="64770" cy="60960"/>
            </a:xfrm>
            <a:custGeom>
              <a:avLst/>
              <a:gdLst/>
              <a:ahLst/>
              <a:cxnLst/>
              <a:rect l="0" t="0" r="0" b="0"/>
              <a:pathLst>
                <a:path w="64770" h="60960">
                  <a:moveTo>
                    <a:pt x="64770" y="60960"/>
                  </a:moveTo>
                  <a:lnTo>
                    <a:pt x="0" y="49529"/>
                  </a:lnTo>
                  <a:lnTo>
                    <a:pt x="41909" y="0"/>
                  </a:lnTo>
                  <a:close/>
                </a:path>
              </a:pathLst>
            </a:custGeom>
            <a:solidFill>
              <a:srgbClr val="008EAA"/>
            </a:solidFill>
            <a:ln w="10236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718934" y="2633986"/>
            <a:ext cx="1636395" cy="249554"/>
            <a:chOff x="3718934" y="2629224"/>
            <a:chExt cx="1636395" cy="249554"/>
          </a:xfrm>
        </p:grpSpPr>
        <p:sp>
          <p:nvSpPr>
            <p:cNvPr id="9" name="Rounded Rectangle 8"/>
            <p:cNvSpPr/>
            <p:nvPr/>
          </p:nvSpPr>
          <p:spPr>
            <a:xfrm>
              <a:off x="3718934" y="2629224"/>
              <a:ext cx="1620488" cy="229933"/>
            </a:xfrm>
            <a:custGeom>
              <a:avLst/>
              <a:gdLst/>
              <a:ahLst/>
              <a:cxnLst/>
              <a:rect l="0" t="0" r="0" b="0"/>
              <a:pathLst>
                <a:path w="1620488" h="229933">
                  <a:moveTo>
                    <a:pt x="0" y="0"/>
                  </a:moveTo>
                  <a:lnTo>
                    <a:pt x="818959" y="0"/>
                  </a:lnTo>
                  <a:lnTo>
                    <a:pt x="1620488" y="229933"/>
                  </a:lnTo>
                </a:path>
              </a:pathLst>
            </a:custGeom>
            <a:noFill/>
            <a:ln w="10236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291512" y="2816866"/>
              <a:ext cx="63817" cy="61912"/>
            </a:xfrm>
            <a:custGeom>
              <a:avLst/>
              <a:gdLst/>
              <a:ahLst/>
              <a:cxnLst/>
              <a:rect l="0" t="0" r="0" b="0"/>
              <a:pathLst>
                <a:path w="63817" h="61912">
                  <a:moveTo>
                    <a:pt x="63817" y="46672"/>
                  </a:moveTo>
                  <a:lnTo>
                    <a:pt x="0" y="61912"/>
                  </a:lnTo>
                  <a:lnTo>
                    <a:pt x="18097" y="0"/>
                  </a:lnTo>
                  <a:close/>
                </a:path>
              </a:pathLst>
            </a:custGeom>
            <a:solidFill>
              <a:srgbClr val="008EAA"/>
            </a:solidFill>
            <a:ln w="10236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718934" y="3028980"/>
            <a:ext cx="1636395" cy="287464"/>
            <a:chOff x="3718934" y="3024218"/>
            <a:chExt cx="1636395" cy="287464"/>
          </a:xfrm>
        </p:grpSpPr>
        <p:sp>
          <p:nvSpPr>
            <p:cNvPr id="12" name="Rounded Rectangle 11"/>
            <p:cNvSpPr/>
            <p:nvPr/>
          </p:nvSpPr>
          <p:spPr>
            <a:xfrm>
              <a:off x="3718934" y="3042125"/>
              <a:ext cx="1620964" cy="269557"/>
            </a:xfrm>
            <a:custGeom>
              <a:avLst/>
              <a:gdLst/>
              <a:ahLst/>
              <a:cxnLst/>
              <a:rect l="0" t="0" r="0" b="0"/>
              <a:pathLst>
                <a:path w="1620964" h="269557">
                  <a:moveTo>
                    <a:pt x="0" y="269557"/>
                  </a:moveTo>
                  <a:lnTo>
                    <a:pt x="818959" y="269557"/>
                  </a:lnTo>
                  <a:lnTo>
                    <a:pt x="1620964" y="0"/>
                  </a:lnTo>
                </a:path>
              </a:pathLst>
            </a:custGeom>
            <a:noFill/>
            <a:ln w="10236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291512" y="3024218"/>
              <a:ext cx="63817" cy="60960"/>
            </a:xfrm>
            <a:custGeom>
              <a:avLst/>
              <a:gdLst/>
              <a:ahLst/>
              <a:cxnLst/>
              <a:rect l="0" t="0" r="0" b="0"/>
              <a:pathLst>
                <a:path w="63817" h="60960">
                  <a:moveTo>
                    <a:pt x="63817" y="12382"/>
                  </a:moveTo>
                  <a:lnTo>
                    <a:pt x="20002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EAA"/>
            </a:solidFill>
            <a:ln w="10236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718934" y="3209914"/>
            <a:ext cx="1706880" cy="638745"/>
            <a:chOff x="3718934" y="3205152"/>
            <a:chExt cx="1706880" cy="638745"/>
          </a:xfrm>
        </p:grpSpPr>
        <p:sp>
          <p:nvSpPr>
            <p:cNvPr id="15" name="Rounded Rectangle 14"/>
            <p:cNvSpPr/>
            <p:nvPr/>
          </p:nvSpPr>
          <p:spPr>
            <a:xfrm>
              <a:off x="3718934" y="3214486"/>
              <a:ext cx="1693640" cy="629411"/>
            </a:xfrm>
            <a:custGeom>
              <a:avLst/>
              <a:gdLst/>
              <a:ahLst/>
              <a:cxnLst/>
              <a:rect l="0" t="0" r="0" b="0"/>
              <a:pathLst>
                <a:path w="1693640" h="629411">
                  <a:moveTo>
                    <a:pt x="0" y="629411"/>
                  </a:moveTo>
                  <a:lnTo>
                    <a:pt x="818959" y="629411"/>
                  </a:lnTo>
                  <a:lnTo>
                    <a:pt x="1693640" y="0"/>
                  </a:lnTo>
                </a:path>
              </a:pathLst>
            </a:custGeom>
            <a:noFill/>
            <a:ln w="10236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361044" y="3205152"/>
              <a:ext cx="64770" cy="59055"/>
            </a:xfrm>
            <a:custGeom>
              <a:avLst/>
              <a:gdLst/>
              <a:ahLst/>
              <a:cxnLst/>
              <a:rect l="0" t="0" r="0" b="0"/>
              <a:pathLst>
                <a:path w="64770" h="59055">
                  <a:moveTo>
                    <a:pt x="64770" y="0"/>
                  </a:moveTo>
                  <a:lnTo>
                    <a:pt x="37147" y="59055"/>
                  </a:lnTo>
                  <a:lnTo>
                    <a:pt x="0" y="6667"/>
                  </a:lnTo>
                  <a:close/>
                </a:path>
              </a:pathLst>
            </a:custGeom>
            <a:solidFill>
              <a:srgbClr val="008EAA"/>
            </a:solidFill>
            <a:ln w="10236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525378" y="1869675"/>
            <a:ext cx="683141" cy="1474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>
                <a:solidFill>
                  <a:srgbClr val="68D5E9"/>
                </a:solidFill>
                <a:latin typeface="Montserrat"/>
              </a:rPr>
              <a:t>Frontend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6275" y="1815080"/>
            <a:ext cx="313954" cy="273003"/>
          </a:xfrm>
          <a:custGeom>
            <a:avLst/>
            <a:gdLst/>
            <a:ahLst/>
            <a:cxnLst/>
            <a:rect l="0" t="0" r="0" b="0"/>
            <a:pathLst>
              <a:path w="313954" h="273003">
                <a:moveTo>
                  <a:pt x="13650" y="0"/>
                </a:moveTo>
                <a:lnTo>
                  <a:pt x="300303" y="0"/>
                </a:lnTo>
                <a:cubicBezTo>
                  <a:pt x="300303" y="0"/>
                  <a:pt x="313954" y="0"/>
                  <a:pt x="313954" y="13650"/>
                </a:cubicBezTo>
                <a:lnTo>
                  <a:pt x="313954" y="218402"/>
                </a:lnTo>
                <a:cubicBezTo>
                  <a:pt x="313954" y="218402"/>
                  <a:pt x="313954" y="232053"/>
                  <a:pt x="300303" y="232053"/>
                </a:cubicBezTo>
                <a:lnTo>
                  <a:pt x="13650" y="232053"/>
                </a:lnTo>
                <a:cubicBezTo>
                  <a:pt x="13650" y="232053"/>
                  <a:pt x="0" y="232053"/>
                  <a:pt x="0" y="218402"/>
                </a:cubicBezTo>
                <a:lnTo>
                  <a:pt x="0" y="13650"/>
                </a:lnTo>
                <a:cubicBezTo>
                  <a:pt x="0" y="13650"/>
                  <a:pt x="0" y="0"/>
                  <a:pt x="13650" y="0"/>
                </a:cubicBezTo>
                <a:moveTo>
                  <a:pt x="136501" y="232053"/>
                </a:moveTo>
                <a:lnTo>
                  <a:pt x="177452" y="232053"/>
                </a:lnTo>
                <a:lnTo>
                  <a:pt x="177452" y="273003"/>
                </a:lnTo>
                <a:lnTo>
                  <a:pt x="136501" y="273003"/>
                </a:lnTo>
                <a:close/>
                <a:moveTo>
                  <a:pt x="88726" y="273003"/>
                </a:moveTo>
                <a:lnTo>
                  <a:pt x="225227" y="273003"/>
                </a:lnTo>
                <a:moveTo>
                  <a:pt x="0" y="47775"/>
                </a:moveTo>
                <a:lnTo>
                  <a:pt x="0" y="170627"/>
                </a:lnTo>
                <a:lnTo>
                  <a:pt x="104655" y="170627"/>
                </a:lnTo>
                <a:lnTo>
                  <a:pt x="104655" y="47775"/>
                </a:lnTo>
                <a:close/>
                <a:moveTo>
                  <a:pt x="104642" y="47775"/>
                </a:moveTo>
                <a:lnTo>
                  <a:pt x="104642" y="170627"/>
                </a:lnTo>
                <a:lnTo>
                  <a:pt x="209298" y="170627"/>
                </a:lnTo>
                <a:lnTo>
                  <a:pt x="209298" y="47775"/>
                </a:lnTo>
                <a:close/>
                <a:moveTo>
                  <a:pt x="209298" y="47775"/>
                </a:moveTo>
                <a:lnTo>
                  <a:pt x="209298" y="170627"/>
                </a:lnTo>
                <a:lnTo>
                  <a:pt x="313954" y="170627"/>
                </a:lnTo>
                <a:lnTo>
                  <a:pt x="313954" y="47775"/>
                </a:lnTo>
                <a:close/>
                <a:moveTo>
                  <a:pt x="265550" y="127014"/>
                </a:moveTo>
                <a:lnTo>
                  <a:pt x="283910" y="108669"/>
                </a:lnTo>
                <a:lnTo>
                  <a:pt x="266615" y="91387"/>
                </a:lnTo>
                <a:moveTo>
                  <a:pt x="47325" y="91387"/>
                </a:moveTo>
                <a:lnTo>
                  <a:pt x="30044" y="108669"/>
                </a:lnTo>
                <a:lnTo>
                  <a:pt x="48389" y="127014"/>
                </a:lnTo>
              </a:path>
            </a:pathLst>
          </a:custGeom>
          <a:noFill/>
          <a:ln w="10236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16288" y="2477022"/>
            <a:ext cx="313927" cy="313927"/>
          </a:xfrm>
          <a:custGeom>
            <a:avLst/>
            <a:gdLst/>
            <a:ahLst/>
            <a:cxnLst/>
            <a:rect l="0" t="0" r="0" b="0"/>
            <a:pathLst>
              <a:path w="313927" h="313927">
                <a:moveTo>
                  <a:pt x="150139" y="232033"/>
                </a:moveTo>
                <a:cubicBezTo>
                  <a:pt x="150139" y="277262"/>
                  <a:pt x="186804" y="313927"/>
                  <a:pt x="232033" y="313927"/>
                </a:cubicBezTo>
                <a:cubicBezTo>
                  <a:pt x="277262" y="313927"/>
                  <a:pt x="313927" y="277262"/>
                  <a:pt x="313927" y="232033"/>
                </a:cubicBezTo>
                <a:cubicBezTo>
                  <a:pt x="313927" y="186804"/>
                  <a:pt x="277262" y="150139"/>
                  <a:pt x="232033" y="150139"/>
                </a:cubicBezTo>
                <a:cubicBezTo>
                  <a:pt x="186804" y="150139"/>
                  <a:pt x="150139" y="186804"/>
                  <a:pt x="150139" y="232033"/>
                </a:cubicBezTo>
                <a:close/>
                <a:moveTo>
                  <a:pt x="259331" y="232033"/>
                </a:moveTo>
                <a:lnTo>
                  <a:pt x="232033" y="232033"/>
                </a:lnTo>
                <a:lnTo>
                  <a:pt x="232033" y="191086"/>
                </a:lnTo>
                <a:moveTo>
                  <a:pt x="68245" y="272980"/>
                </a:moveTo>
                <a:lnTo>
                  <a:pt x="109192" y="272980"/>
                </a:lnTo>
                <a:moveTo>
                  <a:pt x="109205" y="204735"/>
                </a:moveTo>
                <a:lnTo>
                  <a:pt x="109205" y="272980"/>
                </a:lnTo>
                <a:moveTo>
                  <a:pt x="37534" y="266156"/>
                </a:moveTo>
                <a:cubicBezTo>
                  <a:pt x="35650" y="266156"/>
                  <a:pt x="34122" y="267683"/>
                  <a:pt x="34122" y="269568"/>
                </a:cubicBezTo>
                <a:cubicBezTo>
                  <a:pt x="34122" y="271453"/>
                  <a:pt x="35650" y="272980"/>
                  <a:pt x="37534" y="272980"/>
                </a:cubicBezTo>
                <a:cubicBezTo>
                  <a:pt x="39419" y="272980"/>
                  <a:pt x="40947" y="271453"/>
                  <a:pt x="40947" y="269568"/>
                </a:cubicBezTo>
                <a:cubicBezTo>
                  <a:pt x="40947" y="267683"/>
                  <a:pt x="39419" y="266156"/>
                  <a:pt x="37534" y="266156"/>
                </a:cubicBezTo>
                <a:lnTo>
                  <a:pt x="37534" y="266156"/>
                </a:lnTo>
                <a:moveTo>
                  <a:pt x="3412" y="266156"/>
                </a:moveTo>
                <a:cubicBezTo>
                  <a:pt x="1527" y="266156"/>
                  <a:pt x="0" y="267683"/>
                  <a:pt x="0" y="269568"/>
                </a:cubicBezTo>
                <a:cubicBezTo>
                  <a:pt x="0" y="271453"/>
                  <a:pt x="1527" y="272980"/>
                  <a:pt x="3412" y="272980"/>
                </a:cubicBezTo>
                <a:cubicBezTo>
                  <a:pt x="5296" y="272980"/>
                  <a:pt x="6824" y="271453"/>
                  <a:pt x="6824" y="269568"/>
                </a:cubicBezTo>
                <a:cubicBezTo>
                  <a:pt x="6824" y="267683"/>
                  <a:pt x="5296" y="266156"/>
                  <a:pt x="3412" y="266156"/>
                </a:cubicBezTo>
                <a:lnTo>
                  <a:pt x="3412" y="266156"/>
                </a:lnTo>
                <a:moveTo>
                  <a:pt x="51183" y="167200"/>
                </a:moveTo>
                <a:cubicBezTo>
                  <a:pt x="49299" y="167200"/>
                  <a:pt x="47771" y="168728"/>
                  <a:pt x="47771" y="170613"/>
                </a:cubicBezTo>
                <a:cubicBezTo>
                  <a:pt x="47771" y="172497"/>
                  <a:pt x="49299" y="174025"/>
                  <a:pt x="51183" y="174025"/>
                </a:cubicBezTo>
                <a:cubicBezTo>
                  <a:pt x="53068" y="174025"/>
                  <a:pt x="54596" y="172497"/>
                  <a:pt x="54596" y="170613"/>
                </a:cubicBezTo>
                <a:cubicBezTo>
                  <a:pt x="54596" y="168728"/>
                  <a:pt x="53068" y="167200"/>
                  <a:pt x="51183" y="167200"/>
                </a:cubicBezTo>
                <a:lnTo>
                  <a:pt x="51183" y="167200"/>
                </a:lnTo>
                <a:moveTo>
                  <a:pt x="85306" y="167200"/>
                </a:moveTo>
                <a:cubicBezTo>
                  <a:pt x="83421" y="167200"/>
                  <a:pt x="81894" y="168728"/>
                  <a:pt x="81894" y="170613"/>
                </a:cubicBezTo>
                <a:cubicBezTo>
                  <a:pt x="81894" y="172497"/>
                  <a:pt x="83421" y="174025"/>
                  <a:pt x="85306" y="174025"/>
                </a:cubicBezTo>
                <a:cubicBezTo>
                  <a:pt x="87191" y="174025"/>
                  <a:pt x="88718" y="172497"/>
                  <a:pt x="88718" y="170613"/>
                </a:cubicBezTo>
                <a:cubicBezTo>
                  <a:pt x="88718" y="168728"/>
                  <a:pt x="87191" y="167200"/>
                  <a:pt x="85306" y="167200"/>
                </a:cubicBezTo>
                <a:lnTo>
                  <a:pt x="85306" y="167200"/>
                </a:lnTo>
                <a:moveTo>
                  <a:pt x="163788" y="136490"/>
                </a:moveTo>
                <a:lnTo>
                  <a:pt x="34122" y="136490"/>
                </a:lnTo>
                <a:cubicBezTo>
                  <a:pt x="15277" y="136490"/>
                  <a:pt x="0" y="151767"/>
                  <a:pt x="0" y="170613"/>
                </a:cubicBezTo>
                <a:cubicBezTo>
                  <a:pt x="0" y="189458"/>
                  <a:pt x="15277" y="204735"/>
                  <a:pt x="34122" y="204735"/>
                </a:cubicBezTo>
                <a:lnTo>
                  <a:pt x="122841" y="204735"/>
                </a:lnTo>
                <a:moveTo>
                  <a:pt x="51183" y="98955"/>
                </a:moveTo>
                <a:cubicBezTo>
                  <a:pt x="49299" y="98955"/>
                  <a:pt x="47771" y="100483"/>
                  <a:pt x="47771" y="102367"/>
                </a:cubicBezTo>
                <a:cubicBezTo>
                  <a:pt x="47771" y="104252"/>
                  <a:pt x="49299" y="105780"/>
                  <a:pt x="51183" y="105780"/>
                </a:cubicBezTo>
                <a:cubicBezTo>
                  <a:pt x="53068" y="105780"/>
                  <a:pt x="54596" y="104252"/>
                  <a:pt x="54596" y="102367"/>
                </a:cubicBezTo>
                <a:cubicBezTo>
                  <a:pt x="54596" y="100483"/>
                  <a:pt x="53068" y="98955"/>
                  <a:pt x="51183" y="98955"/>
                </a:cubicBezTo>
                <a:lnTo>
                  <a:pt x="51183" y="98955"/>
                </a:lnTo>
                <a:moveTo>
                  <a:pt x="85306" y="98955"/>
                </a:moveTo>
                <a:cubicBezTo>
                  <a:pt x="83421" y="98955"/>
                  <a:pt x="81894" y="100483"/>
                  <a:pt x="81894" y="102367"/>
                </a:cubicBezTo>
                <a:cubicBezTo>
                  <a:pt x="81894" y="104252"/>
                  <a:pt x="83421" y="105780"/>
                  <a:pt x="85306" y="105780"/>
                </a:cubicBezTo>
                <a:cubicBezTo>
                  <a:pt x="87191" y="105780"/>
                  <a:pt x="88718" y="104252"/>
                  <a:pt x="88718" y="102367"/>
                </a:cubicBezTo>
                <a:cubicBezTo>
                  <a:pt x="88718" y="100483"/>
                  <a:pt x="87191" y="98955"/>
                  <a:pt x="85306" y="98955"/>
                </a:cubicBezTo>
                <a:lnTo>
                  <a:pt x="85306" y="98955"/>
                </a:lnTo>
                <a:moveTo>
                  <a:pt x="232033" y="102367"/>
                </a:moveTo>
                <a:cubicBezTo>
                  <a:pt x="232033" y="83522"/>
                  <a:pt x="216756" y="68245"/>
                  <a:pt x="197911" y="68245"/>
                </a:cubicBezTo>
                <a:lnTo>
                  <a:pt x="34122" y="68245"/>
                </a:lnTo>
                <a:cubicBezTo>
                  <a:pt x="15277" y="68245"/>
                  <a:pt x="0" y="83522"/>
                  <a:pt x="0" y="102367"/>
                </a:cubicBezTo>
                <a:cubicBezTo>
                  <a:pt x="0" y="121213"/>
                  <a:pt x="15277" y="136490"/>
                  <a:pt x="34122" y="136490"/>
                </a:cubicBezTo>
                <a:lnTo>
                  <a:pt x="163788" y="136490"/>
                </a:lnTo>
                <a:moveTo>
                  <a:pt x="51183" y="30710"/>
                </a:moveTo>
                <a:lnTo>
                  <a:pt x="51183" y="30710"/>
                </a:lnTo>
                <a:cubicBezTo>
                  <a:pt x="53068" y="30710"/>
                  <a:pt x="54596" y="32238"/>
                  <a:pt x="54596" y="34122"/>
                </a:cubicBezTo>
                <a:cubicBezTo>
                  <a:pt x="54596" y="36007"/>
                  <a:pt x="53068" y="37534"/>
                  <a:pt x="51183" y="37534"/>
                </a:cubicBezTo>
                <a:cubicBezTo>
                  <a:pt x="49299" y="37534"/>
                  <a:pt x="47771" y="36007"/>
                  <a:pt x="47771" y="34122"/>
                </a:cubicBezTo>
                <a:cubicBezTo>
                  <a:pt x="47771" y="32238"/>
                  <a:pt x="49299" y="30710"/>
                  <a:pt x="51183" y="30710"/>
                </a:cubicBezTo>
                <a:moveTo>
                  <a:pt x="85306" y="30710"/>
                </a:moveTo>
                <a:lnTo>
                  <a:pt x="85306" y="30710"/>
                </a:lnTo>
                <a:cubicBezTo>
                  <a:pt x="87191" y="30710"/>
                  <a:pt x="88718" y="32238"/>
                  <a:pt x="88718" y="34122"/>
                </a:cubicBezTo>
                <a:cubicBezTo>
                  <a:pt x="88718" y="36007"/>
                  <a:pt x="87191" y="37534"/>
                  <a:pt x="85306" y="37534"/>
                </a:cubicBezTo>
                <a:cubicBezTo>
                  <a:pt x="83421" y="37534"/>
                  <a:pt x="81894" y="36007"/>
                  <a:pt x="81894" y="34122"/>
                </a:cubicBezTo>
                <a:cubicBezTo>
                  <a:pt x="81894" y="32238"/>
                  <a:pt x="83421" y="30710"/>
                  <a:pt x="85306" y="30710"/>
                </a:cubicBezTo>
                <a:moveTo>
                  <a:pt x="232033" y="34122"/>
                </a:moveTo>
                <a:cubicBezTo>
                  <a:pt x="232033" y="15277"/>
                  <a:pt x="216756" y="0"/>
                  <a:pt x="197911" y="0"/>
                </a:cubicBezTo>
                <a:lnTo>
                  <a:pt x="34122" y="0"/>
                </a:lnTo>
                <a:cubicBezTo>
                  <a:pt x="15277" y="0"/>
                  <a:pt x="0" y="15277"/>
                  <a:pt x="0" y="34122"/>
                </a:cubicBezTo>
                <a:cubicBezTo>
                  <a:pt x="0" y="52968"/>
                  <a:pt x="15277" y="68245"/>
                  <a:pt x="34122" y="68245"/>
                </a:cubicBezTo>
                <a:lnTo>
                  <a:pt x="197911" y="68245"/>
                </a:lnTo>
                <a:cubicBezTo>
                  <a:pt x="216756" y="68245"/>
                  <a:pt x="232033" y="52968"/>
                  <a:pt x="232033" y="34122"/>
                </a:cubicBezTo>
                <a:close/>
              </a:path>
            </a:pathLst>
          </a:custGeom>
          <a:noFill/>
          <a:ln w="10236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55315" y="2552092"/>
            <a:ext cx="653204" cy="1474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>
                <a:solidFill>
                  <a:srgbClr val="68D5E9"/>
                </a:solidFill>
                <a:latin typeface="Montserrat"/>
              </a:rPr>
              <a:t>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27432" y="2798165"/>
            <a:ext cx="313927" cy="313914"/>
          </a:xfrm>
          <a:custGeom>
            <a:avLst/>
            <a:gdLst/>
            <a:ahLst/>
            <a:cxnLst/>
            <a:rect l="0" t="0" r="0" b="0"/>
            <a:pathLst>
              <a:path w="313927" h="313914">
                <a:moveTo>
                  <a:pt x="10236" y="133078"/>
                </a:moveTo>
                <a:cubicBezTo>
                  <a:pt x="10236" y="150038"/>
                  <a:pt x="23986" y="163788"/>
                  <a:pt x="40947" y="163788"/>
                </a:cubicBezTo>
                <a:cubicBezTo>
                  <a:pt x="57907" y="163788"/>
                  <a:pt x="71657" y="150038"/>
                  <a:pt x="71657" y="133078"/>
                </a:cubicBezTo>
                <a:cubicBezTo>
                  <a:pt x="71657" y="116117"/>
                  <a:pt x="57907" y="102367"/>
                  <a:pt x="40947" y="102367"/>
                </a:cubicBezTo>
                <a:cubicBezTo>
                  <a:pt x="23986" y="102367"/>
                  <a:pt x="10236" y="116117"/>
                  <a:pt x="10236" y="133078"/>
                </a:cubicBezTo>
                <a:close/>
                <a:moveTo>
                  <a:pt x="40947" y="177423"/>
                </a:moveTo>
                <a:cubicBezTo>
                  <a:pt x="18332" y="177423"/>
                  <a:pt x="0" y="195756"/>
                  <a:pt x="0" y="218370"/>
                </a:cubicBezTo>
                <a:lnTo>
                  <a:pt x="0" y="252493"/>
                </a:lnTo>
                <a:lnTo>
                  <a:pt x="20473" y="252493"/>
                </a:lnTo>
                <a:lnTo>
                  <a:pt x="27298" y="313914"/>
                </a:lnTo>
                <a:lnTo>
                  <a:pt x="54596" y="313914"/>
                </a:lnTo>
                <a:lnTo>
                  <a:pt x="61420" y="252493"/>
                </a:lnTo>
                <a:lnTo>
                  <a:pt x="81894" y="252493"/>
                </a:lnTo>
                <a:lnTo>
                  <a:pt x="81894" y="218370"/>
                </a:lnTo>
                <a:cubicBezTo>
                  <a:pt x="81894" y="195756"/>
                  <a:pt x="63561" y="177423"/>
                  <a:pt x="40947" y="177423"/>
                </a:cubicBezTo>
                <a:close/>
                <a:moveTo>
                  <a:pt x="242270" y="133078"/>
                </a:moveTo>
                <a:cubicBezTo>
                  <a:pt x="242270" y="150038"/>
                  <a:pt x="256019" y="163788"/>
                  <a:pt x="272980" y="163788"/>
                </a:cubicBezTo>
                <a:cubicBezTo>
                  <a:pt x="289941" y="163788"/>
                  <a:pt x="303691" y="150038"/>
                  <a:pt x="303691" y="133078"/>
                </a:cubicBezTo>
                <a:cubicBezTo>
                  <a:pt x="303691" y="116117"/>
                  <a:pt x="289941" y="102367"/>
                  <a:pt x="272980" y="102367"/>
                </a:cubicBezTo>
                <a:cubicBezTo>
                  <a:pt x="256019" y="102367"/>
                  <a:pt x="242270" y="116117"/>
                  <a:pt x="242270" y="133078"/>
                </a:cubicBezTo>
                <a:close/>
                <a:moveTo>
                  <a:pt x="272980" y="177423"/>
                </a:moveTo>
                <a:cubicBezTo>
                  <a:pt x="250366" y="177423"/>
                  <a:pt x="232033" y="195756"/>
                  <a:pt x="232033" y="218370"/>
                </a:cubicBezTo>
                <a:lnTo>
                  <a:pt x="232033" y="252493"/>
                </a:lnTo>
                <a:lnTo>
                  <a:pt x="252507" y="252493"/>
                </a:lnTo>
                <a:lnTo>
                  <a:pt x="259331" y="313914"/>
                </a:lnTo>
                <a:lnTo>
                  <a:pt x="286629" y="313914"/>
                </a:lnTo>
                <a:lnTo>
                  <a:pt x="293454" y="252493"/>
                </a:lnTo>
                <a:lnTo>
                  <a:pt x="313927" y="252493"/>
                </a:lnTo>
                <a:lnTo>
                  <a:pt x="313927" y="218370"/>
                </a:lnTo>
                <a:cubicBezTo>
                  <a:pt x="313927" y="195756"/>
                  <a:pt x="295595" y="177423"/>
                  <a:pt x="272980" y="177423"/>
                </a:cubicBezTo>
                <a:close/>
                <a:moveTo>
                  <a:pt x="163788" y="177437"/>
                </a:moveTo>
                <a:lnTo>
                  <a:pt x="150139" y="177437"/>
                </a:lnTo>
                <a:moveTo>
                  <a:pt x="177437" y="150139"/>
                </a:moveTo>
                <a:lnTo>
                  <a:pt x="136490" y="150139"/>
                </a:lnTo>
                <a:moveTo>
                  <a:pt x="156963" y="0"/>
                </a:moveTo>
                <a:lnTo>
                  <a:pt x="156963" y="13649"/>
                </a:lnTo>
                <a:moveTo>
                  <a:pt x="79164" y="68245"/>
                </a:moveTo>
                <a:lnTo>
                  <a:pt x="95543" y="68245"/>
                </a:lnTo>
                <a:moveTo>
                  <a:pt x="232033" y="68245"/>
                </a:moveTo>
                <a:lnTo>
                  <a:pt x="218384" y="68245"/>
                </a:lnTo>
                <a:moveTo>
                  <a:pt x="88718" y="20473"/>
                </a:moveTo>
                <a:lnTo>
                  <a:pt x="102367" y="34122"/>
                </a:lnTo>
                <a:moveTo>
                  <a:pt x="225209" y="20473"/>
                </a:moveTo>
                <a:lnTo>
                  <a:pt x="211560" y="34122"/>
                </a:lnTo>
                <a:moveTo>
                  <a:pt x="197911" y="75069"/>
                </a:moveTo>
                <a:cubicBezTo>
                  <a:pt x="197275" y="52723"/>
                  <a:pt x="179310" y="34757"/>
                  <a:pt x="156963" y="34122"/>
                </a:cubicBezTo>
                <a:cubicBezTo>
                  <a:pt x="134617" y="34757"/>
                  <a:pt x="116651" y="52723"/>
                  <a:pt x="116016" y="75069"/>
                </a:cubicBezTo>
                <a:cubicBezTo>
                  <a:pt x="116326" y="89264"/>
                  <a:pt x="124111" y="102239"/>
                  <a:pt x="136490" y="109192"/>
                </a:cubicBezTo>
                <a:lnTo>
                  <a:pt x="136490" y="122841"/>
                </a:lnTo>
                <a:lnTo>
                  <a:pt x="177437" y="122841"/>
                </a:lnTo>
                <a:lnTo>
                  <a:pt x="177437" y="109192"/>
                </a:lnTo>
                <a:cubicBezTo>
                  <a:pt x="189810" y="102233"/>
                  <a:pt x="197593" y="89261"/>
                  <a:pt x="197911" y="75069"/>
                </a:cubicBezTo>
                <a:close/>
              </a:path>
            </a:pathLst>
          </a:custGeom>
          <a:noFill/>
          <a:ln w="10236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6" name="Group 25"/>
          <p:cNvGrpSpPr/>
          <p:nvPr/>
        </p:nvGrpSpPr>
        <p:grpSpPr>
          <a:xfrm>
            <a:off x="5949129" y="2597053"/>
            <a:ext cx="880586" cy="442368"/>
            <a:chOff x="5949129" y="2592291"/>
            <a:chExt cx="880586" cy="442368"/>
          </a:xfrm>
        </p:grpSpPr>
        <p:sp>
          <p:nvSpPr>
            <p:cNvPr id="23" name="TextBox 22"/>
            <p:cNvSpPr txBox="1"/>
            <p:nvPr/>
          </p:nvSpPr>
          <p:spPr>
            <a:xfrm>
              <a:off x="5949129" y="2592291"/>
              <a:ext cx="1012673" cy="1474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68D5E9"/>
                  </a:solidFill>
                  <a:latin typeface="Montserrat"/>
                </a:rPr>
                <a:t>Collaborative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949129" y="2739738"/>
              <a:ext cx="1012673" cy="147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68D5E9"/>
                  </a:solidFill>
                  <a:latin typeface="Montserrat"/>
                </a:rPr>
                <a:t>Knowledge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49129" y="2887280"/>
              <a:ext cx="1012673" cy="1473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68D5E9"/>
                  </a:solidFill>
                  <a:latin typeface="Montserrat"/>
                </a:rPr>
                <a:t>Marketplace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847721" y="2811404"/>
            <a:ext cx="1360798" cy="245686"/>
            <a:chOff x="1847721" y="2806642"/>
            <a:chExt cx="1360798" cy="245686"/>
          </a:xfrm>
        </p:grpSpPr>
        <p:sp>
          <p:nvSpPr>
            <p:cNvPr id="27" name="TextBox 26"/>
            <p:cNvSpPr txBox="1"/>
            <p:nvPr/>
          </p:nvSpPr>
          <p:spPr>
            <a:xfrm>
              <a:off x="1643602" y="2806642"/>
              <a:ext cx="1564917" cy="1228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C5C8E8"/>
                  </a:solidFill>
                  <a:latin typeface="Montserrat"/>
                </a:rPr>
                <a:t>Node.js, Express.js, REST APIs,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43602" y="2929514"/>
              <a:ext cx="1564917" cy="122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C5C8E8"/>
                  </a:solidFill>
                  <a:latin typeface="Montserrat"/>
                </a:rPr>
                <a:t>Socket.IO.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817767" y="964881"/>
            <a:ext cx="5508465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C5C8E8"/>
                </a:solidFill>
                <a:latin typeface="Montserrat"/>
              </a:rPr>
              <a:t>Modern MERN stack with external service integration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29937" y="3166279"/>
            <a:ext cx="286629" cy="307103"/>
          </a:xfrm>
          <a:custGeom>
            <a:avLst/>
            <a:gdLst/>
            <a:ahLst/>
            <a:cxnLst/>
            <a:rect l="0" t="0" r="0" b="0"/>
            <a:pathLst>
              <a:path w="286629" h="307103">
                <a:moveTo>
                  <a:pt x="40988" y="40947"/>
                </a:moveTo>
                <a:cubicBezTo>
                  <a:pt x="40988" y="63561"/>
                  <a:pt x="92930" y="81894"/>
                  <a:pt x="157004" y="81894"/>
                </a:cubicBezTo>
                <a:cubicBezTo>
                  <a:pt x="221079" y="81894"/>
                  <a:pt x="273021" y="63561"/>
                  <a:pt x="273021" y="40947"/>
                </a:cubicBezTo>
                <a:cubicBezTo>
                  <a:pt x="273021" y="18332"/>
                  <a:pt x="221079" y="0"/>
                  <a:pt x="157004" y="0"/>
                </a:cubicBezTo>
                <a:cubicBezTo>
                  <a:pt x="92930" y="0"/>
                  <a:pt x="40988" y="18332"/>
                  <a:pt x="40988" y="40947"/>
                </a:cubicBezTo>
                <a:close/>
                <a:moveTo>
                  <a:pt x="40947" y="95529"/>
                </a:moveTo>
                <a:cubicBezTo>
                  <a:pt x="40947" y="118159"/>
                  <a:pt x="92895" y="136476"/>
                  <a:pt x="156963" y="136476"/>
                </a:cubicBezTo>
                <a:cubicBezTo>
                  <a:pt x="221032" y="136476"/>
                  <a:pt x="272980" y="118146"/>
                  <a:pt x="272980" y="95529"/>
                </a:cubicBezTo>
                <a:moveTo>
                  <a:pt x="40947" y="150125"/>
                </a:moveTo>
                <a:cubicBezTo>
                  <a:pt x="40947" y="172742"/>
                  <a:pt x="92895" y="191072"/>
                  <a:pt x="156963" y="191072"/>
                </a:cubicBezTo>
                <a:cubicBezTo>
                  <a:pt x="221032" y="191072"/>
                  <a:pt x="272980" y="172742"/>
                  <a:pt x="272980" y="150125"/>
                </a:cubicBezTo>
                <a:moveTo>
                  <a:pt x="272980" y="40933"/>
                </a:moveTo>
                <a:lnTo>
                  <a:pt x="272980" y="204721"/>
                </a:lnTo>
                <a:cubicBezTo>
                  <a:pt x="272980" y="227338"/>
                  <a:pt x="221032" y="245669"/>
                  <a:pt x="156963" y="245669"/>
                </a:cubicBezTo>
                <a:cubicBezTo>
                  <a:pt x="92895" y="245669"/>
                  <a:pt x="40947" y="227338"/>
                  <a:pt x="40947" y="204721"/>
                </a:cubicBezTo>
                <a:lnTo>
                  <a:pt x="40947" y="40933"/>
                </a:lnTo>
                <a:moveTo>
                  <a:pt x="0" y="286629"/>
                </a:moveTo>
                <a:lnTo>
                  <a:pt x="129665" y="286629"/>
                </a:lnTo>
                <a:moveTo>
                  <a:pt x="150180" y="245682"/>
                </a:moveTo>
                <a:lnTo>
                  <a:pt x="150180" y="266156"/>
                </a:lnTo>
                <a:moveTo>
                  <a:pt x="129665" y="286629"/>
                </a:moveTo>
                <a:cubicBezTo>
                  <a:pt x="129665" y="297937"/>
                  <a:pt x="138832" y="307103"/>
                  <a:pt x="150139" y="307103"/>
                </a:cubicBezTo>
                <a:cubicBezTo>
                  <a:pt x="161446" y="307103"/>
                  <a:pt x="170613" y="297937"/>
                  <a:pt x="170613" y="286629"/>
                </a:cubicBezTo>
                <a:cubicBezTo>
                  <a:pt x="170613" y="275322"/>
                  <a:pt x="161446" y="266156"/>
                  <a:pt x="150139" y="266156"/>
                </a:cubicBezTo>
                <a:cubicBezTo>
                  <a:pt x="138832" y="266156"/>
                  <a:pt x="129665" y="275322"/>
                  <a:pt x="129665" y="286629"/>
                </a:cubicBezTo>
                <a:close/>
                <a:moveTo>
                  <a:pt x="170613" y="286629"/>
                </a:moveTo>
                <a:lnTo>
                  <a:pt x="286629" y="286629"/>
                </a:lnTo>
              </a:path>
            </a:pathLst>
          </a:custGeom>
          <a:noFill/>
          <a:ln w="10236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0766" y="3234510"/>
            <a:ext cx="697753" cy="1474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>
                <a:solidFill>
                  <a:srgbClr val="68D5E9"/>
                </a:solidFill>
                <a:latin typeface="Montserrat"/>
              </a:rPr>
              <a:t>Database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513" y="376237"/>
            <a:ext cx="7330983" cy="3600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1">
                <a:solidFill>
                  <a:srgbClr val="68D5E9"/>
                </a:solidFill>
                <a:latin typeface="Montserrat"/>
              </a:rPr>
              <a:t>System Architecture &amp; Tech Stack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5949129" y="3159438"/>
            <a:ext cx="1200778" cy="245686"/>
            <a:chOff x="5949129" y="3154676"/>
            <a:chExt cx="1200778" cy="245686"/>
          </a:xfrm>
        </p:grpSpPr>
        <p:sp>
          <p:nvSpPr>
            <p:cNvPr id="34" name="TextBox 33"/>
            <p:cNvSpPr txBox="1"/>
            <p:nvPr/>
          </p:nvSpPr>
          <p:spPr>
            <a:xfrm>
              <a:off x="5949129" y="3154676"/>
              <a:ext cx="1380894" cy="1228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C5C8E8"/>
                  </a:solidFill>
                  <a:latin typeface="Montserrat"/>
                </a:rPr>
                <a:t>Platform for knowledge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949129" y="3277548"/>
              <a:ext cx="1380894" cy="122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C5C8E8"/>
                  </a:solidFill>
                  <a:latin typeface="Montserrat"/>
                </a:rPr>
                <a:t>sharing and collaboration.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950119" y="3480189"/>
            <a:ext cx="1258399" cy="12281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>
                <a:solidFill>
                  <a:srgbClr val="C5C8E8"/>
                </a:solidFill>
                <a:latin typeface="Montserrat"/>
              </a:rPr>
              <a:t>MongoDB &amp; Mongoose.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6288" y="3692236"/>
            <a:ext cx="313927" cy="312253"/>
          </a:xfrm>
          <a:custGeom>
            <a:avLst/>
            <a:gdLst/>
            <a:ahLst/>
            <a:cxnLst/>
            <a:rect l="0" t="0" r="0" b="0"/>
            <a:pathLst>
              <a:path w="313927" h="312253">
                <a:moveTo>
                  <a:pt x="44318" y="134843"/>
                </a:moveTo>
                <a:lnTo>
                  <a:pt x="44318" y="134843"/>
                </a:lnTo>
                <a:lnTo>
                  <a:pt x="6824" y="134843"/>
                </a:lnTo>
                <a:cubicBezTo>
                  <a:pt x="3055" y="134843"/>
                  <a:pt x="0" y="137898"/>
                  <a:pt x="0" y="141667"/>
                </a:cubicBezTo>
                <a:lnTo>
                  <a:pt x="0" y="168966"/>
                </a:lnTo>
                <a:cubicBezTo>
                  <a:pt x="0" y="172735"/>
                  <a:pt x="3055" y="175790"/>
                  <a:pt x="6824" y="175790"/>
                </a:cubicBezTo>
                <a:lnTo>
                  <a:pt x="44304" y="175790"/>
                </a:lnTo>
                <a:cubicBezTo>
                  <a:pt x="47091" y="189619"/>
                  <a:pt x="51680" y="203023"/>
                  <a:pt x="57953" y="215659"/>
                </a:cubicBezTo>
                <a:lnTo>
                  <a:pt x="31488" y="242206"/>
                </a:lnTo>
                <a:cubicBezTo>
                  <a:pt x="30204" y="243487"/>
                  <a:pt x="29483" y="245225"/>
                  <a:pt x="29483" y="247038"/>
                </a:cubicBezTo>
                <a:cubicBezTo>
                  <a:pt x="29483" y="248851"/>
                  <a:pt x="30204" y="250590"/>
                  <a:pt x="31488" y="251870"/>
                </a:cubicBezTo>
                <a:lnTo>
                  <a:pt x="60451" y="280819"/>
                </a:lnTo>
                <a:cubicBezTo>
                  <a:pt x="63116" y="283484"/>
                  <a:pt x="67436" y="283484"/>
                  <a:pt x="70101" y="280819"/>
                </a:cubicBezTo>
                <a:lnTo>
                  <a:pt x="96607" y="254299"/>
                </a:lnTo>
                <a:cubicBezTo>
                  <a:pt x="109246" y="260577"/>
                  <a:pt x="122655" y="265166"/>
                  <a:pt x="136490" y="267948"/>
                </a:cubicBezTo>
                <a:lnTo>
                  <a:pt x="136490" y="305429"/>
                </a:lnTo>
                <a:cubicBezTo>
                  <a:pt x="136490" y="309198"/>
                  <a:pt x="139545" y="312253"/>
                  <a:pt x="143314" y="312253"/>
                </a:cubicBezTo>
                <a:lnTo>
                  <a:pt x="170613" y="312253"/>
                </a:lnTo>
                <a:cubicBezTo>
                  <a:pt x="174382" y="312253"/>
                  <a:pt x="177437" y="309198"/>
                  <a:pt x="177437" y="305429"/>
                </a:cubicBezTo>
                <a:lnTo>
                  <a:pt x="177437" y="268003"/>
                </a:lnTo>
                <a:cubicBezTo>
                  <a:pt x="191262" y="265218"/>
                  <a:pt x="204662" y="260629"/>
                  <a:pt x="217292" y="254354"/>
                </a:cubicBezTo>
                <a:lnTo>
                  <a:pt x="243826" y="280874"/>
                </a:lnTo>
                <a:cubicBezTo>
                  <a:pt x="246491" y="283538"/>
                  <a:pt x="250811" y="283538"/>
                  <a:pt x="253476" y="280874"/>
                </a:cubicBezTo>
                <a:lnTo>
                  <a:pt x="282425" y="251911"/>
                </a:lnTo>
                <a:cubicBezTo>
                  <a:pt x="285090" y="249246"/>
                  <a:pt x="285090" y="244926"/>
                  <a:pt x="282425" y="242261"/>
                </a:cubicBezTo>
                <a:lnTo>
                  <a:pt x="255919" y="215686"/>
                </a:lnTo>
                <a:cubicBezTo>
                  <a:pt x="262192" y="203050"/>
                  <a:pt x="266781" y="189647"/>
                  <a:pt x="269568" y="175817"/>
                </a:cubicBezTo>
                <a:lnTo>
                  <a:pt x="307103" y="175817"/>
                </a:lnTo>
                <a:cubicBezTo>
                  <a:pt x="310872" y="175817"/>
                  <a:pt x="313927" y="172762"/>
                  <a:pt x="313927" y="168993"/>
                </a:cubicBezTo>
                <a:lnTo>
                  <a:pt x="313927" y="141695"/>
                </a:lnTo>
                <a:cubicBezTo>
                  <a:pt x="313927" y="137926"/>
                  <a:pt x="310872" y="134870"/>
                  <a:pt x="307103" y="134870"/>
                </a:cubicBezTo>
                <a:lnTo>
                  <a:pt x="269609" y="134870"/>
                </a:lnTo>
                <a:moveTo>
                  <a:pt x="95543" y="51611"/>
                </a:moveTo>
                <a:lnTo>
                  <a:pt x="95543" y="155344"/>
                </a:lnTo>
                <a:cubicBezTo>
                  <a:pt x="95543" y="159113"/>
                  <a:pt x="98598" y="162168"/>
                  <a:pt x="102367" y="162168"/>
                </a:cubicBezTo>
                <a:lnTo>
                  <a:pt x="211560" y="162168"/>
                </a:lnTo>
                <a:cubicBezTo>
                  <a:pt x="215329" y="162168"/>
                  <a:pt x="218384" y="159113"/>
                  <a:pt x="218384" y="155344"/>
                </a:cubicBezTo>
                <a:lnTo>
                  <a:pt x="218384" y="51611"/>
                </a:lnTo>
                <a:moveTo>
                  <a:pt x="54596" y="87099"/>
                </a:moveTo>
                <a:lnTo>
                  <a:pt x="152500" y="2215"/>
                </a:lnTo>
                <a:cubicBezTo>
                  <a:pt x="155063" y="0"/>
                  <a:pt x="158864" y="0"/>
                  <a:pt x="161427" y="2215"/>
                </a:cubicBezTo>
                <a:lnTo>
                  <a:pt x="259331" y="87099"/>
                </a:lnTo>
                <a:moveTo>
                  <a:pt x="177437" y="162168"/>
                </a:moveTo>
                <a:lnTo>
                  <a:pt x="177437" y="128046"/>
                </a:lnTo>
                <a:cubicBezTo>
                  <a:pt x="177437" y="116739"/>
                  <a:pt x="168271" y="107572"/>
                  <a:pt x="156963" y="107572"/>
                </a:cubicBezTo>
                <a:cubicBezTo>
                  <a:pt x="145656" y="107572"/>
                  <a:pt x="136490" y="116739"/>
                  <a:pt x="136490" y="128046"/>
                </a:cubicBezTo>
                <a:lnTo>
                  <a:pt x="136490" y="162168"/>
                </a:lnTo>
                <a:moveTo>
                  <a:pt x="202742" y="196305"/>
                </a:moveTo>
                <a:cubicBezTo>
                  <a:pt x="191090" y="209340"/>
                  <a:pt x="174434" y="216792"/>
                  <a:pt x="156950" y="216792"/>
                </a:cubicBezTo>
                <a:cubicBezTo>
                  <a:pt x="139465" y="216792"/>
                  <a:pt x="122810" y="209340"/>
                  <a:pt x="111157" y="196305"/>
                </a:cubicBezTo>
              </a:path>
            </a:pathLst>
          </a:custGeom>
          <a:noFill/>
          <a:ln w="10236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92558" y="3766790"/>
            <a:ext cx="615961" cy="1474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>
                <a:solidFill>
                  <a:srgbClr val="68D5E9"/>
                </a:solidFill>
                <a:latin typeface="Montserrat"/>
              </a:rPr>
              <a:t>Services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1987567" y="4026104"/>
            <a:ext cx="1220952" cy="245686"/>
            <a:chOff x="1987567" y="4021342"/>
            <a:chExt cx="1220952" cy="245686"/>
          </a:xfrm>
        </p:grpSpPr>
        <p:sp>
          <p:nvSpPr>
            <p:cNvPr id="40" name="TextBox 39"/>
            <p:cNvSpPr txBox="1"/>
            <p:nvPr/>
          </p:nvSpPr>
          <p:spPr>
            <a:xfrm>
              <a:off x="1804425" y="4021342"/>
              <a:ext cx="1404094" cy="1228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C5C8E8"/>
                  </a:solidFill>
                  <a:latin typeface="Montserrat"/>
                </a:rPr>
                <a:t>Google OAuth, Cloudinary,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804425" y="4144214"/>
              <a:ext cx="1404094" cy="122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C5C8E8"/>
                  </a:solidFill>
                  <a:latin typeface="Montserrat"/>
                </a:rPr>
                <a:t>Email, Payments.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953915" y="2128986"/>
            <a:ext cx="1254604" cy="245686"/>
            <a:chOff x="1953915" y="2124224"/>
            <a:chExt cx="1254604" cy="245686"/>
          </a:xfrm>
        </p:grpSpPr>
        <p:sp>
          <p:nvSpPr>
            <p:cNvPr id="43" name="TextBox 42"/>
            <p:cNvSpPr txBox="1"/>
            <p:nvPr/>
          </p:nvSpPr>
          <p:spPr>
            <a:xfrm>
              <a:off x="1765725" y="2124224"/>
              <a:ext cx="1442794" cy="1228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C5C8E8"/>
                  </a:solidFill>
                  <a:latin typeface="Montserrat"/>
                </a:rPr>
                <a:t>React 19, Vite, Tailwind CSS,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765725" y="2247096"/>
              <a:ext cx="1442794" cy="122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C5C8E8"/>
                  </a:solidFill>
                  <a:latin typeface="Montserrat"/>
                </a:rPr>
                <a:t>Framer Motion.</a:t>
              </a:r>
            </a:p>
          </p:txBody>
        </p:sp>
      </p:grpSp>
      <p:sp>
        <p:nvSpPr>
          <p:cNvPr id="46" name="Rounded Rectangle 45"/>
          <p:cNvSpPr/>
          <p:nvPr/>
        </p:nvSpPr>
        <p:spPr>
          <a:xfrm>
            <a:off x="78867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61C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16067" y="1627128"/>
            <a:ext cx="2911859" cy="2740307"/>
          </a:xfrm>
          <a:custGeom>
            <a:avLst/>
            <a:gdLst/>
            <a:ahLst/>
            <a:cxnLst/>
            <a:rect l="0" t="0" r="0" b="0"/>
            <a:pathLst>
              <a:path w="2911859" h="2740307">
                <a:moveTo>
                  <a:pt x="2911855" y="1154013"/>
                </a:moveTo>
                <a:cubicBezTo>
                  <a:pt x="2686295" y="929401"/>
                  <a:pt x="2119488" y="770076"/>
                  <a:pt x="1455929" y="770076"/>
                </a:cubicBezTo>
                <a:cubicBezTo>
                  <a:pt x="792371" y="770076"/>
                  <a:pt x="225563" y="929401"/>
                  <a:pt x="3" y="1154013"/>
                </a:cubicBezTo>
                <a:moveTo>
                  <a:pt x="2911859" y="1586286"/>
                </a:moveTo>
                <a:cubicBezTo>
                  <a:pt x="2686301" y="1810900"/>
                  <a:pt x="2119491" y="1970226"/>
                  <a:pt x="1455929" y="1970226"/>
                </a:cubicBezTo>
                <a:cubicBezTo>
                  <a:pt x="792366" y="1970226"/>
                  <a:pt x="225558" y="1810900"/>
                  <a:pt x="0" y="1586286"/>
                </a:cubicBezTo>
                <a:moveTo>
                  <a:pt x="2001280" y="0"/>
                </a:moveTo>
                <a:cubicBezTo>
                  <a:pt x="1693597" y="80168"/>
                  <a:pt x="1269676" y="492601"/>
                  <a:pt x="936249" y="1070112"/>
                </a:cubicBezTo>
                <a:cubicBezTo>
                  <a:pt x="613803" y="1628606"/>
                  <a:pt x="467374" y="2183201"/>
                  <a:pt x="534425" y="2496370"/>
                </a:cubicBezTo>
                <a:moveTo>
                  <a:pt x="2377429" y="243908"/>
                </a:moveTo>
                <a:cubicBezTo>
                  <a:pt x="2444492" y="557072"/>
                  <a:pt x="2298064" y="1111680"/>
                  <a:pt x="1975609" y="1670187"/>
                </a:cubicBezTo>
                <a:cubicBezTo>
                  <a:pt x="1642175" y="2247713"/>
                  <a:pt x="1218241" y="2660153"/>
                  <a:pt x="910556" y="2740306"/>
                </a:cubicBezTo>
                <a:moveTo>
                  <a:pt x="2001301" y="2740307"/>
                </a:moveTo>
                <a:cubicBezTo>
                  <a:pt x="1693617" y="2660152"/>
                  <a:pt x="1269683" y="2247713"/>
                  <a:pt x="936248" y="1670188"/>
                </a:cubicBezTo>
                <a:cubicBezTo>
                  <a:pt x="613795" y="1111681"/>
                  <a:pt x="467368" y="557074"/>
                  <a:pt x="534430" y="243910"/>
                </a:cubicBezTo>
                <a:moveTo>
                  <a:pt x="910577" y="0"/>
                </a:moveTo>
                <a:cubicBezTo>
                  <a:pt x="1218260" y="80167"/>
                  <a:pt x="1642183" y="492600"/>
                  <a:pt x="1975609" y="1070113"/>
                </a:cubicBezTo>
                <a:cubicBezTo>
                  <a:pt x="2298057" y="1628607"/>
                  <a:pt x="2444484" y="2183202"/>
                  <a:pt x="2377432" y="2496370"/>
                </a:cubicBezTo>
              </a:path>
            </a:pathLst>
          </a:custGeom>
          <a:noFill/>
          <a:ln w="15001">
            <a:solidFill>
              <a:srgbClr val="68D5E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27163" y="2452441"/>
            <a:ext cx="1089672" cy="1089672"/>
          </a:xfrm>
          <a:custGeom>
            <a:avLst/>
            <a:gdLst/>
            <a:ahLst/>
            <a:cxnLst/>
            <a:rect l="0" t="0" r="0" b="0"/>
            <a:pathLst>
              <a:path w="1089672" h="1089672">
                <a:moveTo>
                  <a:pt x="988237" y="361173"/>
                </a:moveTo>
                <a:cubicBezTo>
                  <a:pt x="1089672" y="606056"/>
                  <a:pt x="973382" y="886803"/>
                  <a:pt x="728499" y="988237"/>
                </a:cubicBezTo>
                <a:cubicBezTo>
                  <a:pt x="483615" y="1089672"/>
                  <a:pt x="202868" y="973382"/>
                  <a:pt x="101434" y="728499"/>
                </a:cubicBezTo>
                <a:cubicBezTo>
                  <a:pt x="0" y="483615"/>
                  <a:pt x="116289" y="202868"/>
                  <a:pt x="361173" y="101434"/>
                </a:cubicBezTo>
                <a:cubicBezTo>
                  <a:pt x="606056" y="0"/>
                  <a:pt x="886803" y="116289"/>
                  <a:pt x="988237" y="361173"/>
                </a:cubicBezTo>
                <a:close/>
              </a:path>
            </a:pathLst>
          </a:custGeom>
          <a:noFill/>
          <a:ln w="15001">
            <a:solidFill>
              <a:srgbClr val="C5C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19484" y="1404695"/>
            <a:ext cx="544836" cy="544836"/>
          </a:xfrm>
          <a:custGeom>
            <a:avLst/>
            <a:gdLst/>
            <a:ahLst/>
            <a:cxnLst/>
            <a:rect l="0" t="0" r="0" b="0"/>
            <a:pathLst>
              <a:path w="544836" h="544836">
                <a:moveTo>
                  <a:pt x="494118" y="180586"/>
                </a:moveTo>
                <a:cubicBezTo>
                  <a:pt x="544836" y="303028"/>
                  <a:pt x="486691" y="443401"/>
                  <a:pt x="364249" y="494118"/>
                </a:cubicBezTo>
                <a:cubicBezTo>
                  <a:pt x="241807" y="544836"/>
                  <a:pt x="101434" y="486691"/>
                  <a:pt x="50717" y="364249"/>
                </a:cubicBezTo>
                <a:cubicBezTo>
                  <a:pt x="0" y="241807"/>
                  <a:pt x="58144" y="101434"/>
                  <a:pt x="180586" y="50717"/>
                </a:cubicBezTo>
                <a:cubicBezTo>
                  <a:pt x="303028" y="0"/>
                  <a:pt x="443401" y="58144"/>
                  <a:pt x="494118" y="180586"/>
                </a:cubicBezTo>
                <a:close/>
              </a:path>
            </a:pathLst>
          </a:custGeom>
          <a:noFill/>
          <a:ln w="1500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39386" y="2724861"/>
            <a:ext cx="544836" cy="544836"/>
          </a:xfrm>
          <a:custGeom>
            <a:avLst/>
            <a:gdLst/>
            <a:ahLst/>
            <a:cxnLst/>
            <a:rect l="0" t="0" r="0" b="0"/>
            <a:pathLst>
              <a:path w="544836" h="544836">
                <a:moveTo>
                  <a:pt x="180586" y="494118"/>
                </a:moveTo>
                <a:cubicBezTo>
                  <a:pt x="58144" y="443401"/>
                  <a:pt x="0" y="303028"/>
                  <a:pt x="50717" y="180586"/>
                </a:cubicBezTo>
                <a:cubicBezTo>
                  <a:pt x="101434" y="58144"/>
                  <a:pt x="241807" y="0"/>
                  <a:pt x="364249" y="50717"/>
                </a:cubicBezTo>
                <a:cubicBezTo>
                  <a:pt x="486691" y="101434"/>
                  <a:pt x="544836" y="241807"/>
                  <a:pt x="494118" y="364249"/>
                </a:cubicBezTo>
                <a:cubicBezTo>
                  <a:pt x="443401" y="486691"/>
                  <a:pt x="303028" y="544836"/>
                  <a:pt x="180586" y="494118"/>
                </a:cubicBezTo>
                <a:close/>
              </a:path>
            </a:pathLst>
          </a:custGeom>
          <a:noFill/>
          <a:ln w="1500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19484" y="4045025"/>
            <a:ext cx="544836" cy="544836"/>
          </a:xfrm>
          <a:custGeom>
            <a:avLst/>
            <a:gdLst/>
            <a:ahLst/>
            <a:cxnLst/>
            <a:rect l="0" t="0" r="0" b="0"/>
            <a:pathLst>
              <a:path w="544836" h="544836">
                <a:moveTo>
                  <a:pt x="364249" y="494118"/>
                </a:moveTo>
                <a:cubicBezTo>
                  <a:pt x="241807" y="544836"/>
                  <a:pt x="101434" y="486691"/>
                  <a:pt x="50717" y="364249"/>
                </a:cubicBezTo>
                <a:cubicBezTo>
                  <a:pt x="0" y="241807"/>
                  <a:pt x="58144" y="101434"/>
                  <a:pt x="180586" y="50717"/>
                </a:cubicBezTo>
                <a:cubicBezTo>
                  <a:pt x="303028" y="0"/>
                  <a:pt x="443401" y="58144"/>
                  <a:pt x="494118" y="180586"/>
                </a:cubicBezTo>
                <a:cubicBezTo>
                  <a:pt x="544836" y="303028"/>
                  <a:pt x="486691" y="443401"/>
                  <a:pt x="364249" y="494118"/>
                </a:cubicBezTo>
                <a:close/>
              </a:path>
            </a:pathLst>
          </a:custGeom>
          <a:noFill/>
          <a:ln w="1500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79679" y="4045025"/>
            <a:ext cx="544836" cy="544836"/>
          </a:xfrm>
          <a:custGeom>
            <a:avLst/>
            <a:gdLst/>
            <a:ahLst/>
            <a:cxnLst/>
            <a:rect l="0" t="0" r="0" b="0"/>
            <a:pathLst>
              <a:path w="544836" h="544836">
                <a:moveTo>
                  <a:pt x="494118" y="364249"/>
                </a:moveTo>
                <a:cubicBezTo>
                  <a:pt x="443401" y="486691"/>
                  <a:pt x="303028" y="544836"/>
                  <a:pt x="180586" y="494118"/>
                </a:cubicBezTo>
                <a:cubicBezTo>
                  <a:pt x="58144" y="443401"/>
                  <a:pt x="0" y="303028"/>
                  <a:pt x="50717" y="180586"/>
                </a:cubicBezTo>
                <a:cubicBezTo>
                  <a:pt x="101434" y="58144"/>
                  <a:pt x="241807" y="0"/>
                  <a:pt x="364249" y="50717"/>
                </a:cubicBezTo>
                <a:cubicBezTo>
                  <a:pt x="486691" y="101434"/>
                  <a:pt x="544836" y="241807"/>
                  <a:pt x="494118" y="364249"/>
                </a:cubicBezTo>
                <a:close/>
              </a:path>
            </a:pathLst>
          </a:custGeom>
          <a:noFill/>
          <a:ln w="1500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9776" y="2724861"/>
            <a:ext cx="544836" cy="544836"/>
          </a:xfrm>
          <a:custGeom>
            <a:avLst/>
            <a:gdLst/>
            <a:ahLst/>
            <a:cxnLst/>
            <a:rect l="0" t="0" r="0" b="0"/>
            <a:pathLst>
              <a:path w="544836" h="544836">
                <a:moveTo>
                  <a:pt x="494118" y="180586"/>
                </a:moveTo>
                <a:cubicBezTo>
                  <a:pt x="544836" y="303028"/>
                  <a:pt x="486691" y="443401"/>
                  <a:pt x="364249" y="494118"/>
                </a:cubicBezTo>
                <a:cubicBezTo>
                  <a:pt x="241807" y="544836"/>
                  <a:pt x="101434" y="486691"/>
                  <a:pt x="50717" y="364249"/>
                </a:cubicBezTo>
                <a:cubicBezTo>
                  <a:pt x="0" y="241807"/>
                  <a:pt x="58144" y="101434"/>
                  <a:pt x="180586" y="50717"/>
                </a:cubicBezTo>
                <a:cubicBezTo>
                  <a:pt x="303028" y="0"/>
                  <a:pt x="443401" y="58144"/>
                  <a:pt x="494118" y="180586"/>
                </a:cubicBezTo>
                <a:close/>
              </a:path>
            </a:pathLst>
          </a:custGeom>
          <a:noFill/>
          <a:ln w="1500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79679" y="1404695"/>
            <a:ext cx="544836" cy="544836"/>
          </a:xfrm>
          <a:custGeom>
            <a:avLst/>
            <a:gdLst/>
            <a:ahLst/>
            <a:cxnLst/>
            <a:rect l="0" t="0" r="0" b="0"/>
            <a:pathLst>
              <a:path w="544836" h="544836">
                <a:moveTo>
                  <a:pt x="180586" y="494118"/>
                </a:moveTo>
                <a:cubicBezTo>
                  <a:pt x="58144" y="443401"/>
                  <a:pt x="0" y="303028"/>
                  <a:pt x="50717" y="180586"/>
                </a:cubicBezTo>
                <a:cubicBezTo>
                  <a:pt x="101434" y="58144"/>
                  <a:pt x="241807" y="0"/>
                  <a:pt x="364249" y="50717"/>
                </a:cubicBezTo>
                <a:cubicBezTo>
                  <a:pt x="486691" y="101434"/>
                  <a:pt x="544836" y="241807"/>
                  <a:pt x="494118" y="364249"/>
                </a:cubicBezTo>
                <a:cubicBezTo>
                  <a:pt x="443401" y="486691"/>
                  <a:pt x="303028" y="544836"/>
                  <a:pt x="180586" y="494118"/>
                </a:cubicBezTo>
                <a:close/>
              </a:path>
            </a:pathLst>
          </a:custGeom>
          <a:noFill/>
          <a:ln w="1500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31192" y="1557098"/>
            <a:ext cx="1329960" cy="21602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68D5E9"/>
                </a:solidFill>
                <a:latin typeface="Montserrat"/>
              </a:rPr>
              <a:t>Registration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7083" y="1562100"/>
            <a:ext cx="230028" cy="230028"/>
          </a:xfrm>
          <a:custGeom>
            <a:avLst/>
            <a:gdLst/>
            <a:ahLst/>
            <a:cxnLst/>
            <a:rect l="0" t="0" r="0" b="0"/>
            <a:pathLst>
              <a:path w="230028" h="230028">
                <a:moveTo>
                  <a:pt x="120415" y="130826"/>
                </a:moveTo>
                <a:lnTo>
                  <a:pt x="85050" y="144978"/>
                </a:lnTo>
                <a:lnTo>
                  <a:pt x="99202" y="109613"/>
                </a:lnTo>
                <a:lnTo>
                  <a:pt x="191133" y="17682"/>
                </a:lnTo>
                <a:lnTo>
                  <a:pt x="212346" y="38894"/>
                </a:lnTo>
                <a:close/>
                <a:moveTo>
                  <a:pt x="212346" y="38894"/>
                </a:moveTo>
                <a:lnTo>
                  <a:pt x="191133" y="17682"/>
                </a:lnTo>
                <a:lnTo>
                  <a:pt x="201745" y="7070"/>
                </a:lnTo>
                <a:cubicBezTo>
                  <a:pt x="205511" y="3171"/>
                  <a:pt x="211089" y="1607"/>
                  <a:pt x="216334" y="2979"/>
                </a:cubicBezTo>
                <a:cubicBezTo>
                  <a:pt x="221579" y="4352"/>
                  <a:pt x="225675" y="8449"/>
                  <a:pt x="227048" y="13694"/>
                </a:cubicBezTo>
                <a:cubicBezTo>
                  <a:pt x="228421" y="18939"/>
                  <a:pt x="226857" y="24516"/>
                  <a:pt x="222957" y="28283"/>
                </a:cubicBezTo>
                <a:close/>
                <a:moveTo>
                  <a:pt x="99202" y="109613"/>
                </a:moveTo>
                <a:lnTo>
                  <a:pt x="120415" y="130826"/>
                </a:lnTo>
                <a:moveTo>
                  <a:pt x="191133" y="17682"/>
                </a:moveTo>
                <a:cubicBezTo>
                  <a:pt x="183182" y="9732"/>
                  <a:pt x="170291" y="9732"/>
                  <a:pt x="162340" y="17682"/>
                </a:cubicBezTo>
                <a:lnTo>
                  <a:pt x="140017" y="40004"/>
                </a:lnTo>
                <a:lnTo>
                  <a:pt x="130016" y="40004"/>
                </a:lnTo>
                <a:moveTo>
                  <a:pt x="222957" y="7070"/>
                </a:moveTo>
                <a:lnTo>
                  <a:pt x="230028" y="0"/>
                </a:lnTo>
                <a:moveTo>
                  <a:pt x="85050" y="144978"/>
                </a:moveTo>
                <a:lnTo>
                  <a:pt x="75009" y="155019"/>
                </a:lnTo>
                <a:moveTo>
                  <a:pt x="130016" y="20002"/>
                </a:moveTo>
                <a:lnTo>
                  <a:pt x="20002" y="20002"/>
                </a:lnTo>
                <a:cubicBezTo>
                  <a:pt x="8955" y="20002"/>
                  <a:pt x="0" y="28957"/>
                  <a:pt x="0" y="40004"/>
                </a:cubicBezTo>
                <a:lnTo>
                  <a:pt x="0" y="210026"/>
                </a:lnTo>
                <a:cubicBezTo>
                  <a:pt x="0" y="221073"/>
                  <a:pt x="8955" y="230028"/>
                  <a:pt x="20002" y="230028"/>
                </a:cubicBezTo>
                <a:lnTo>
                  <a:pt x="115014" y="230028"/>
                </a:lnTo>
                <a:lnTo>
                  <a:pt x="170021" y="175021"/>
                </a:lnTo>
                <a:lnTo>
                  <a:pt x="170021" y="115014"/>
                </a:lnTo>
                <a:moveTo>
                  <a:pt x="170021" y="175021"/>
                </a:moveTo>
                <a:lnTo>
                  <a:pt x="125015" y="175021"/>
                </a:lnTo>
                <a:cubicBezTo>
                  <a:pt x="119492" y="175021"/>
                  <a:pt x="115014" y="179499"/>
                  <a:pt x="115014" y="185023"/>
                </a:cubicBezTo>
                <a:lnTo>
                  <a:pt x="115014" y="230028"/>
                </a:lnTo>
              </a:path>
            </a:pathLst>
          </a:custGeom>
          <a:noFill/>
          <a:ln w="1500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61973" y="2766607"/>
            <a:ext cx="420052" cy="462099"/>
          </a:xfrm>
          <a:custGeom>
            <a:avLst/>
            <a:gdLst/>
            <a:ahLst/>
            <a:cxnLst/>
            <a:rect l="0" t="0" r="0" b="0"/>
            <a:pathLst>
              <a:path w="420052" h="462099">
                <a:moveTo>
                  <a:pt x="0" y="66051"/>
                </a:moveTo>
                <a:lnTo>
                  <a:pt x="0" y="218870"/>
                </a:lnTo>
                <a:cubicBezTo>
                  <a:pt x="1184" y="322288"/>
                  <a:pt x="66869" y="413943"/>
                  <a:pt x="164420" y="448299"/>
                </a:cubicBezTo>
                <a:lnTo>
                  <a:pt x="186823" y="456500"/>
                </a:lnTo>
                <a:cubicBezTo>
                  <a:pt x="201785" y="462099"/>
                  <a:pt x="218267" y="462099"/>
                  <a:pt x="233229" y="456500"/>
                </a:cubicBezTo>
                <a:lnTo>
                  <a:pt x="255631" y="448299"/>
                </a:lnTo>
                <a:cubicBezTo>
                  <a:pt x="353183" y="413943"/>
                  <a:pt x="418868" y="322288"/>
                  <a:pt x="420052" y="218870"/>
                </a:cubicBezTo>
                <a:lnTo>
                  <a:pt x="420052" y="66051"/>
                </a:lnTo>
                <a:cubicBezTo>
                  <a:pt x="419992" y="53842"/>
                  <a:pt x="412681" y="42836"/>
                  <a:pt x="401450" y="38048"/>
                </a:cubicBezTo>
                <a:cubicBezTo>
                  <a:pt x="340839" y="12726"/>
                  <a:pt x="275710" y="0"/>
                  <a:pt x="210026" y="643"/>
                </a:cubicBezTo>
                <a:cubicBezTo>
                  <a:pt x="144341" y="0"/>
                  <a:pt x="79213" y="12726"/>
                  <a:pt x="18602" y="38048"/>
                </a:cubicBezTo>
                <a:cubicBezTo>
                  <a:pt x="7370" y="42836"/>
                  <a:pt x="59" y="53842"/>
                  <a:pt x="0" y="66051"/>
                </a:cubicBezTo>
                <a:close/>
                <a:moveTo>
                  <a:pt x="140017" y="160663"/>
                </a:moveTo>
                <a:lnTo>
                  <a:pt x="280034" y="160663"/>
                </a:lnTo>
                <a:cubicBezTo>
                  <a:pt x="280034" y="160663"/>
                  <a:pt x="300037" y="160663"/>
                  <a:pt x="300037" y="180666"/>
                </a:cubicBezTo>
                <a:lnTo>
                  <a:pt x="300037" y="300681"/>
                </a:lnTo>
                <a:cubicBezTo>
                  <a:pt x="300037" y="300681"/>
                  <a:pt x="300037" y="320683"/>
                  <a:pt x="280034" y="320683"/>
                </a:cubicBezTo>
                <a:lnTo>
                  <a:pt x="140017" y="320683"/>
                </a:lnTo>
                <a:cubicBezTo>
                  <a:pt x="140017" y="320683"/>
                  <a:pt x="120015" y="320683"/>
                  <a:pt x="120015" y="300681"/>
                </a:cubicBezTo>
                <a:lnTo>
                  <a:pt x="120015" y="180666"/>
                </a:lnTo>
                <a:cubicBezTo>
                  <a:pt x="120015" y="180666"/>
                  <a:pt x="120015" y="160663"/>
                  <a:pt x="140017" y="160663"/>
                </a:cubicBezTo>
                <a:moveTo>
                  <a:pt x="185023" y="240673"/>
                </a:moveTo>
                <a:cubicBezTo>
                  <a:pt x="185023" y="254482"/>
                  <a:pt x="196217" y="265676"/>
                  <a:pt x="210026" y="265676"/>
                </a:cubicBezTo>
                <a:cubicBezTo>
                  <a:pt x="223835" y="265676"/>
                  <a:pt x="235029" y="254482"/>
                  <a:pt x="235029" y="240673"/>
                </a:cubicBezTo>
                <a:cubicBezTo>
                  <a:pt x="235029" y="226864"/>
                  <a:pt x="223835" y="215670"/>
                  <a:pt x="210026" y="215670"/>
                </a:cubicBezTo>
                <a:cubicBezTo>
                  <a:pt x="196217" y="215670"/>
                  <a:pt x="185023" y="226864"/>
                  <a:pt x="185023" y="240673"/>
                </a:cubicBezTo>
                <a:moveTo>
                  <a:pt x="260032" y="130659"/>
                </a:moveTo>
                <a:lnTo>
                  <a:pt x="260032" y="160663"/>
                </a:lnTo>
                <a:lnTo>
                  <a:pt x="160019" y="160663"/>
                </a:lnTo>
                <a:lnTo>
                  <a:pt x="160019" y="130659"/>
                </a:lnTo>
                <a:cubicBezTo>
                  <a:pt x="160019" y="103042"/>
                  <a:pt x="182408" y="80653"/>
                  <a:pt x="210026" y="80653"/>
                </a:cubicBezTo>
                <a:cubicBezTo>
                  <a:pt x="237643" y="80653"/>
                  <a:pt x="260032" y="103042"/>
                  <a:pt x="260032" y="130659"/>
                </a:cubicBezTo>
                <a:close/>
              </a:path>
            </a:pathLst>
          </a:custGeom>
          <a:noFill/>
          <a:ln w="1500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6889" y="1561893"/>
            <a:ext cx="210026" cy="230443"/>
          </a:xfrm>
          <a:custGeom>
            <a:avLst/>
            <a:gdLst/>
            <a:ahLst/>
            <a:cxnLst/>
            <a:rect l="0" t="0" r="0" b="0"/>
            <a:pathLst>
              <a:path w="210026" h="230443">
                <a:moveTo>
                  <a:pt x="130016" y="100219"/>
                </a:moveTo>
                <a:lnTo>
                  <a:pt x="200025" y="100219"/>
                </a:lnTo>
                <a:cubicBezTo>
                  <a:pt x="200025" y="100219"/>
                  <a:pt x="210026" y="100219"/>
                  <a:pt x="210026" y="110221"/>
                </a:cubicBezTo>
                <a:lnTo>
                  <a:pt x="210026" y="160227"/>
                </a:lnTo>
                <a:cubicBezTo>
                  <a:pt x="210026" y="160227"/>
                  <a:pt x="210026" y="170228"/>
                  <a:pt x="200025" y="170228"/>
                </a:cubicBezTo>
                <a:lnTo>
                  <a:pt x="130016" y="170228"/>
                </a:lnTo>
                <a:cubicBezTo>
                  <a:pt x="130016" y="170228"/>
                  <a:pt x="120014" y="170228"/>
                  <a:pt x="120014" y="160227"/>
                </a:cubicBezTo>
                <a:lnTo>
                  <a:pt x="120014" y="110221"/>
                </a:lnTo>
                <a:cubicBezTo>
                  <a:pt x="120014" y="110221"/>
                  <a:pt x="120014" y="100219"/>
                  <a:pt x="130016" y="100219"/>
                </a:cubicBezTo>
                <a:moveTo>
                  <a:pt x="165020" y="150226"/>
                </a:moveTo>
                <a:lnTo>
                  <a:pt x="165020" y="125222"/>
                </a:lnTo>
                <a:moveTo>
                  <a:pt x="135016" y="100219"/>
                </a:moveTo>
                <a:lnTo>
                  <a:pt x="135016" y="90218"/>
                </a:lnTo>
                <a:cubicBezTo>
                  <a:pt x="135016" y="73647"/>
                  <a:pt x="148449" y="60214"/>
                  <a:pt x="165020" y="60214"/>
                </a:cubicBezTo>
                <a:cubicBezTo>
                  <a:pt x="181591" y="60214"/>
                  <a:pt x="195024" y="73647"/>
                  <a:pt x="195024" y="90218"/>
                </a:cubicBezTo>
                <a:lnTo>
                  <a:pt x="195024" y="100219"/>
                </a:lnTo>
                <a:moveTo>
                  <a:pt x="165020" y="122722"/>
                </a:moveTo>
                <a:cubicBezTo>
                  <a:pt x="163639" y="122722"/>
                  <a:pt x="162520" y="123842"/>
                  <a:pt x="162520" y="125222"/>
                </a:cubicBezTo>
                <a:lnTo>
                  <a:pt x="162520" y="125222"/>
                </a:lnTo>
                <a:cubicBezTo>
                  <a:pt x="162520" y="126603"/>
                  <a:pt x="163639" y="127723"/>
                  <a:pt x="165020" y="127723"/>
                </a:cubicBezTo>
                <a:lnTo>
                  <a:pt x="165020" y="127723"/>
                </a:lnTo>
                <a:cubicBezTo>
                  <a:pt x="166401" y="127723"/>
                  <a:pt x="167520" y="126603"/>
                  <a:pt x="167520" y="125222"/>
                </a:cubicBezTo>
                <a:lnTo>
                  <a:pt x="167520" y="125222"/>
                </a:lnTo>
                <a:cubicBezTo>
                  <a:pt x="167520" y="123842"/>
                  <a:pt x="166401" y="122722"/>
                  <a:pt x="165020" y="122722"/>
                </a:cubicBezTo>
                <a:lnTo>
                  <a:pt x="165020" y="122722"/>
                </a:lnTo>
                <a:moveTo>
                  <a:pt x="90011" y="20209"/>
                </a:moveTo>
                <a:lnTo>
                  <a:pt x="165020" y="20209"/>
                </a:lnTo>
                <a:cubicBezTo>
                  <a:pt x="167782" y="20209"/>
                  <a:pt x="170021" y="22448"/>
                  <a:pt x="170021" y="25210"/>
                </a:cubicBezTo>
                <a:lnTo>
                  <a:pt x="170021" y="40212"/>
                </a:lnTo>
                <a:moveTo>
                  <a:pt x="170021" y="190441"/>
                </a:moveTo>
                <a:lnTo>
                  <a:pt x="170021" y="205232"/>
                </a:lnTo>
                <a:cubicBezTo>
                  <a:pt x="170021" y="207994"/>
                  <a:pt x="167782" y="210233"/>
                  <a:pt x="165020" y="210233"/>
                </a:cubicBezTo>
                <a:lnTo>
                  <a:pt x="90011" y="210233"/>
                </a:lnTo>
                <a:moveTo>
                  <a:pt x="0" y="207463"/>
                </a:moveTo>
                <a:cubicBezTo>
                  <a:pt x="0" y="209808"/>
                  <a:pt x="1631" y="211837"/>
                  <a:pt x="3920" y="212343"/>
                </a:cubicBezTo>
                <a:lnTo>
                  <a:pt x="83930" y="230116"/>
                </a:lnTo>
                <a:cubicBezTo>
                  <a:pt x="85410" y="230443"/>
                  <a:pt x="86958" y="230082"/>
                  <a:pt x="88140" y="229133"/>
                </a:cubicBezTo>
                <a:cubicBezTo>
                  <a:pt x="89322" y="228184"/>
                  <a:pt x="90010" y="226751"/>
                  <a:pt x="90011" y="225235"/>
                </a:cubicBezTo>
                <a:lnTo>
                  <a:pt x="90011" y="5207"/>
                </a:lnTo>
                <a:cubicBezTo>
                  <a:pt x="90010" y="3692"/>
                  <a:pt x="89322" y="2258"/>
                  <a:pt x="88140" y="1310"/>
                </a:cubicBezTo>
                <a:cubicBezTo>
                  <a:pt x="86958" y="361"/>
                  <a:pt x="85410" y="0"/>
                  <a:pt x="83930" y="327"/>
                </a:cubicBezTo>
                <a:lnTo>
                  <a:pt x="3920" y="18109"/>
                </a:lnTo>
                <a:cubicBezTo>
                  <a:pt x="1631" y="18616"/>
                  <a:pt x="0" y="20645"/>
                  <a:pt x="0" y="22990"/>
                </a:cubicBezTo>
                <a:close/>
                <a:moveTo>
                  <a:pt x="40004" y="115221"/>
                </a:moveTo>
                <a:cubicBezTo>
                  <a:pt x="40004" y="106936"/>
                  <a:pt x="46721" y="100219"/>
                  <a:pt x="55006" y="100219"/>
                </a:cubicBezTo>
                <a:cubicBezTo>
                  <a:pt x="63292" y="100219"/>
                  <a:pt x="70008" y="106936"/>
                  <a:pt x="70008" y="115221"/>
                </a:cubicBezTo>
                <a:cubicBezTo>
                  <a:pt x="70008" y="123507"/>
                  <a:pt x="63292" y="130223"/>
                  <a:pt x="55006" y="130223"/>
                </a:cubicBezTo>
                <a:cubicBezTo>
                  <a:pt x="46721" y="130223"/>
                  <a:pt x="40004" y="123507"/>
                  <a:pt x="40004" y="115221"/>
                </a:cubicBezTo>
              </a:path>
            </a:pathLst>
          </a:custGeom>
          <a:noFill/>
          <a:ln w="1500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91790" y="2877263"/>
            <a:ext cx="232529" cy="232529"/>
          </a:xfrm>
          <a:custGeom>
            <a:avLst/>
            <a:gdLst/>
            <a:ahLst/>
            <a:cxnLst/>
            <a:rect l="0" t="0" r="0" b="0"/>
            <a:pathLst>
              <a:path w="232529" h="232529">
                <a:moveTo>
                  <a:pt x="38132" y="232529"/>
                </a:moveTo>
                <a:cubicBezTo>
                  <a:pt x="54702" y="232529"/>
                  <a:pt x="68135" y="219096"/>
                  <a:pt x="68135" y="202525"/>
                </a:cubicBezTo>
                <a:cubicBezTo>
                  <a:pt x="68135" y="185954"/>
                  <a:pt x="54702" y="172521"/>
                  <a:pt x="38132" y="172521"/>
                </a:cubicBezTo>
                <a:cubicBezTo>
                  <a:pt x="21561" y="172521"/>
                  <a:pt x="8128" y="185954"/>
                  <a:pt x="8128" y="202525"/>
                </a:cubicBezTo>
                <a:cubicBezTo>
                  <a:pt x="8128" y="219096"/>
                  <a:pt x="21561" y="232529"/>
                  <a:pt x="38132" y="232529"/>
                </a:cubicBezTo>
                <a:close/>
                <a:moveTo>
                  <a:pt x="28362" y="174162"/>
                </a:moveTo>
                <a:lnTo>
                  <a:pt x="8127" y="111513"/>
                </a:lnTo>
                <a:cubicBezTo>
                  <a:pt x="6127" y="106513"/>
                  <a:pt x="9127" y="100512"/>
                  <a:pt x="14128" y="98512"/>
                </a:cubicBezTo>
                <a:lnTo>
                  <a:pt x="33130" y="92511"/>
                </a:lnTo>
                <a:moveTo>
                  <a:pt x="0" y="0"/>
                </a:moveTo>
                <a:moveTo>
                  <a:pt x="15900" y="135588"/>
                </a:moveTo>
                <a:lnTo>
                  <a:pt x="40131" y="128522"/>
                </a:lnTo>
                <a:moveTo>
                  <a:pt x="7500" y="67508"/>
                </a:moveTo>
                <a:lnTo>
                  <a:pt x="7500" y="27503"/>
                </a:lnTo>
                <a:cubicBezTo>
                  <a:pt x="7500" y="16502"/>
                  <a:pt x="16502" y="7500"/>
                  <a:pt x="27503" y="7500"/>
                </a:cubicBezTo>
                <a:lnTo>
                  <a:pt x="212526" y="7500"/>
                </a:lnTo>
                <a:cubicBezTo>
                  <a:pt x="223527" y="7500"/>
                  <a:pt x="232529" y="16502"/>
                  <a:pt x="232529" y="27503"/>
                </a:cubicBezTo>
                <a:lnTo>
                  <a:pt x="232529" y="162520"/>
                </a:lnTo>
                <a:cubicBezTo>
                  <a:pt x="232529" y="173521"/>
                  <a:pt x="223527" y="182522"/>
                  <a:pt x="212526" y="182522"/>
                </a:cubicBezTo>
                <a:lnTo>
                  <a:pt x="92511" y="182522"/>
                </a:lnTo>
                <a:moveTo>
                  <a:pt x="99511" y="101506"/>
                </a:moveTo>
                <a:cubicBezTo>
                  <a:pt x="110558" y="101506"/>
                  <a:pt x="119514" y="92551"/>
                  <a:pt x="119514" y="81504"/>
                </a:cubicBezTo>
                <a:cubicBezTo>
                  <a:pt x="119514" y="70457"/>
                  <a:pt x="110558" y="61501"/>
                  <a:pt x="99511" y="61501"/>
                </a:cubicBezTo>
                <a:cubicBezTo>
                  <a:pt x="88464" y="61501"/>
                  <a:pt x="79509" y="70457"/>
                  <a:pt x="79509" y="81504"/>
                </a:cubicBezTo>
                <a:cubicBezTo>
                  <a:pt x="79509" y="92551"/>
                  <a:pt x="88464" y="101506"/>
                  <a:pt x="99511" y="101506"/>
                </a:cubicBezTo>
                <a:close/>
                <a:moveTo>
                  <a:pt x="73508" y="122507"/>
                </a:moveTo>
                <a:cubicBezTo>
                  <a:pt x="79509" y="114506"/>
                  <a:pt x="89511" y="109505"/>
                  <a:pt x="100512" y="109505"/>
                </a:cubicBezTo>
                <a:cubicBezTo>
                  <a:pt x="111513" y="109505"/>
                  <a:pt x="121515" y="114506"/>
                  <a:pt x="127515" y="122507"/>
                </a:cubicBezTo>
                <a:moveTo>
                  <a:pt x="179522" y="101506"/>
                </a:moveTo>
                <a:cubicBezTo>
                  <a:pt x="190568" y="101506"/>
                  <a:pt x="199524" y="92551"/>
                  <a:pt x="199524" y="81504"/>
                </a:cubicBezTo>
                <a:cubicBezTo>
                  <a:pt x="199524" y="70457"/>
                  <a:pt x="190568" y="61501"/>
                  <a:pt x="179522" y="61501"/>
                </a:cubicBezTo>
                <a:cubicBezTo>
                  <a:pt x="168475" y="61501"/>
                  <a:pt x="159519" y="70457"/>
                  <a:pt x="159519" y="81504"/>
                </a:cubicBezTo>
                <a:cubicBezTo>
                  <a:pt x="159519" y="92551"/>
                  <a:pt x="168475" y="101506"/>
                  <a:pt x="179522" y="101506"/>
                </a:cubicBezTo>
                <a:close/>
                <a:moveTo>
                  <a:pt x="153519" y="122507"/>
                </a:moveTo>
                <a:cubicBezTo>
                  <a:pt x="159519" y="114506"/>
                  <a:pt x="169521" y="109505"/>
                  <a:pt x="180522" y="109505"/>
                </a:cubicBezTo>
                <a:cubicBezTo>
                  <a:pt x="191523" y="109505"/>
                  <a:pt x="201525" y="114506"/>
                  <a:pt x="207525" y="122507"/>
                </a:cubicBezTo>
              </a:path>
            </a:pathLst>
          </a:custGeom>
          <a:noFill/>
          <a:ln w="1500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17180" y="2882864"/>
            <a:ext cx="230028" cy="228828"/>
          </a:xfrm>
          <a:custGeom>
            <a:avLst/>
            <a:gdLst/>
            <a:ahLst/>
            <a:cxnLst/>
            <a:rect l="0" t="0" r="0" b="0"/>
            <a:pathLst>
              <a:path w="230028" h="228828">
                <a:moveTo>
                  <a:pt x="0" y="114414"/>
                </a:moveTo>
                <a:cubicBezTo>
                  <a:pt x="0" y="177603"/>
                  <a:pt x="51493" y="228828"/>
                  <a:pt x="115014" y="228828"/>
                </a:cubicBezTo>
                <a:cubicBezTo>
                  <a:pt x="178535" y="228828"/>
                  <a:pt x="230028" y="177603"/>
                  <a:pt x="230028" y="114414"/>
                </a:cubicBezTo>
                <a:cubicBezTo>
                  <a:pt x="230028" y="51225"/>
                  <a:pt x="178535" y="0"/>
                  <a:pt x="115014" y="0"/>
                </a:cubicBezTo>
                <a:cubicBezTo>
                  <a:pt x="51493" y="0"/>
                  <a:pt x="0" y="51225"/>
                  <a:pt x="0" y="114414"/>
                </a:cubicBezTo>
                <a:moveTo>
                  <a:pt x="62707" y="114414"/>
                </a:moveTo>
                <a:cubicBezTo>
                  <a:pt x="62707" y="85691"/>
                  <a:pt x="86126" y="62407"/>
                  <a:pt x="115014" y="62407"/>
                </a:cubicBezTo>
                <a:cubicBezTo>
                  <a:pt x="143902" y="62407"/>
                  <a:pt x="167320" y="85691"/>
                  <a:pt x="167320" y="114414"/>
                </a:cubicBezTo>
                <a:cubicBezTo>
                  <a:pt x="167320" y="143136"/>
                  <a:pt x="143902" y="166420"/>
                  <a:pt x="115014" y="166420"/>
                </a:cubicBezTo>
                <a:cubicBezTo>
                  <a:pt x="86126" y="166420"/>
                  <a:pt x="62707" y="143136"/>
                  <a:pt x="62707" y="114414"/>
                </a:cubicBezTo>
                <a:moveTo>
                  <a:pt x="196324" y="33504"/>
                </a:moveTo>
                <a:cubicBezTo>
                  <a:pt x="202218" y="39328"/>
                  <a:pt x="205535" y="47270"/>
                  <a:pt x="205535" y="55556"/>
                </a:cubicBezTo>
                <a:cubicBezTo>
                  <a:pt x="205535" y="63843"/>
                  <a:pt x="202218" y="71785"/>
                  <a:pt x="196324" y="77609"/>
                </a:cubicBezTo>
                <a:cubicBezTo>
                  <a:pt x="184072" y="89802"/>
                  <a:pt x="164270" y="89802"/>
                  <a:pt x="152019" y="77609"/>
                </a:cubicBezTo>
                <a:moveTo>
                  <a:pt x="196324" y="195324"/>
                </a:moveTo>
                <a:cubicBezTo>
                  <a:pt x="184028" y="207409"/>
                  <a:pt x="164315" y="207409"/>
                  <a:pt x="152018" y="195324"/>
                </a:cubicBezTo>
                <a:cubicBezTo>
                  <a:pt x="146124" y="189499"/>
                  <a:pt x="142807" y="181558"/>
                  <a:pt x="142807" y="173271"/>
                </a:cubicBezTo>
                <a:cubicBezTo>
                  <a:pt x="142807" y="164985"/>
                  <a:pt x="146124" y="157043"/>
                  <a:pt x="152018" y="151218"/>
                </a:cubicBezTo>
                <a:moveTo>
                  <a:pt x="3800" y="139417"/>
                </a:moveTo>
                <a:cubicBezTo>
                  <a:pt x="3800" y="122183"/>
                  <a:pt x="17860" y="108213"/>
                  <a:pt x="35204" y="108213"/>
                </a:cubicBezTo>
                <a:cubicBezTo>
                  <a:pt x="52548" y="108213"/>
                  <a:pt x="66608" y="122183"/>
                  <a:pt x="66608" y="139417"/>
                </a:cubicBezTo>
                <a:cubicBezTo>
                  <a:pt x="66608" y="156650"/>
                  <a:pt x="52548" y="170621"/>
                  <a:pt x="35204" y="170621"/>
                </a:cubicBezTo>
                <a:cubicBezTo>
                  <a:pt x="17860" y="170621"/>
                  <a:pt x="3800" y="156650"/>
                  <a:pt x="3800" y="139417"/>
                </a:cubicBezTo>
              </a:path>
            </a:pathLst>
          </a:custGeom>
          <a:noFill/>
          <a:ln w="1500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8" name="Group 17"/>
          <p:cNvGrpSpPr/>
          <p:nvPr/>
        </p:nvGrpSpPr>
        <p:grpSpPr>
          <a:xfrm>
            <a:off x="1336986" y="2781233"/>
            <a:ext cx="1295723" cy="432081"/>
            <a:chOff x="1336986" y="2776471"/>
            <a:chExt cx="1295723" cy="432081"/>
          </a:xfrm>
        </p:grpSpPr>
        <p:sp>
          <p:nvSpPr>
            <p:cNvPr id="16" name="TextBox 15"/>
            <p:cNvSpPr txBox="1"/>
            <p:nvPr/>
          </p:nvSpPr>
          <p:spPr>
            <a:xfrm>
              <a:off x="1142628" y="2776471"/>
              <a:ext cx="1490081" cy="216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300" b="1">
                  <a:solidFill>
                    <a:srgbClr val="68D5E9"/>
                  </a:solidFill>
                  <a:latin typeface="Montserrat"/>
                </a:rPr>
                <a:t>Role-Based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42628" y="2992498"/>
              <a:ext cx="1490081" cy="2160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300" b="1">
                  <a:solidFill>
                    <a:srgbClr val="68D5E9"/>
                  </a:solidFill>
                  <a:latin typeface="Montserrat"/>
                </a:rPr>
                <a:t>Authorization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511289" y="2877264"/>
            <a:ext cx="1531881" cy="21602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68D5E9"/>
                </a:solidFill>
                <a:latin typeface="Montserrat"/>
              </a:rPr>
              <a:t>Google OAuth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0044" y="1557098"/>
            <a:ext cx="1882762" cy="21602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300" b="1">
                <a:solidFill>
                  <a:srgbClr val="68D5E9"/>
                </a:solidFill>
                <a:latin typeface="Montserrat"/>
              </a:rPr>
              <a:t>Protected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30485" y="4197427"/>
            <a:ext cx="1282322" cy="21602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300" b="1">
                <a:solidFill>
                  <a:srgbClr val="68D5E9"/>
                </a:solidFill>
                <a:latin typeface="Montserrat"/>
              </a:rPr>
              <a:t>JWT Cookie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69775" y="4203520"/>
            <a:ext cx="237193" cy="231688"/>
          </a:xfrm>
          <a:custGeom>
            <a:avLst/>
            <a:gdLst/>
            <a:ahLst/>
            <a:cxnLst/>
            <a:rect l="0" t="0" r="0" b="0"/>
            <a:pathLst>
              <a:path w="237193" h="231688">
                <a:moveTo>
                  <a:pt x="202136" y="62717"/>
                </a:moveTo>
                <a:cubicBezTo>
                  <a:pt x="187054" y="62705"/>
                  <a:pt x="173276" y="54160"/>
                  <a:pt x="166562" y="40654"/>
                </a:cubicBezTo>
                <a:cubicBezTo>
                  <a:pt x="165964" y="39464"/>
                  <a:pt x="164917" y="38562"/>
                  <a:pt x="163651" y="38147"/>
                </a:cubicBezTo>
                <a:cubicBezTo>
                  <a:pt x="162386" y="37732"/>
                  <a:pt x="161007" y="37839"/>
                  <a:pt x="159821" y="38444"/>
                </a:cubicBezTo>
                <a:cubicBezTo>
                  <a:pt x="154346" y="41251"/>
                  <a:pt x="148282" y="42715"/>
                  <a:pt x="142129" y="42715"/>
                </a:cubicBezTo>
                <a:cubicBezTo>
                  <a:pt x="120035" y="42715"/>
                  <a:pt x="102124" y="24804"/>
                  <a:pt x="102124" y="2710"/>
                </a:cubicBezTo>
                <a:cubicBezTo>
                  <a:pt x="102125" y="1926"/>
                  <a:pt x="101773" y="1184"/>
                  <a:pt x="101166" y="689"/>
                </a:cubicBezTo>
                <a:cubicBezTo>
                  <a:pt x="100558" y="194"/>
                  <a:pt x="99760" y="0"/>
                  <a:pt x="98993" y="159"/>
                </a:cubicBezTo>
                <a:cubicBezTo>
                  <a:pt x="39708" y="12332"/>
                  <a:pt x="0" y="68368"/>
                  <a:pt x="8163" y="128337"/>
                </a:cubicBezTo>
                <a:cubicBezTo>
                  <a:pt x="16327" y="188306"/>
                  <a:pt x="69569" y="231688"/>
                  <a:pt x="129951" y="227571"/>
                </a:cubicBezTo>
                <a:cubicBezTo>
                  <a:pt x="190333" y="223454"/>
                  <a:pt x="237193" y="173246"/>
                  <a:pt x="237141" y="112723"/>
                </a:cubicBezTo>
                <a:cubicBezTo>
                  <a:pt x="237144" y="94905"/>
                  <a:pt x="232954" y="77336"/>
                  <a:pt x="224909" y="61437"/>
                </a:cubicBezTo>
                <a:cubicBezTo>
                  <a:pt x="223701" y="59038"/>
                  <a:pt x="220813" y="58022"/>
                  <a:pt x="218368" y="59137"/>
                </a:cubicBezTo>
                <a:cubicBezTo>
                  <a:pt x="213280" y="61489"/>
                  <a:pt x="207742" y="62711"/>
                  <a:pt x="202136" y="62717"/>
                </a:cubicBezTo>
                <a:close/>
                <a:moveTo>
                  <a:pt x="62119" y="82720"/>
                </a:moveTo>
                <a:cubicBezTo>
                  <a:pt x="62119" y="71672"/>
                  <a:pt x="71074" y="62717"/>
                  <a:pt x="82121" y="62717"/>
                </a:cubicBezTo>
                <a:cubicBezTo>
                  <a:pt x="93168" y="62717"/>
                  <a:pt x="102124" y="71672"/>
                  <a:pt x="102124" y="82720"/>
                </a:cubicBezTo>
                <a:cubicBezTo>
                  <a:pt x="102124" y="93767"/>
                  <a:pt x="93168" y="102722"/>
                  <a:pt x="82121" y="102722"/>
                </a:cubicBezTo>
                <a:cubicBezTo>
                  <a:pt x="71074" y="102722"/>
                  <a:pt x="62119" y="93767"/>
                  <a:pt x="62119" y="82720"/>
                </a:cubicBezTo>
                <a:close/>
                <a:moveTo>
                  <a:pt x="142129" y="132726"/>
                </a:moveTo>
                <a:cubicBezTo>
                  <a:pt x="142129" y="127202"/>
                  <a:pt x="146606" y="122725"/>
                  <a:pt x="152130" y="122725"/>
                </a:cubicBezTo>
                <a:cubicBezTo>
                  <a:pt x="157654" y="122725"/>
                  <a:pt x="162131" y="127202"/>
                  <a:pt x="162131" y="132726"/>
                </a:cubicBezTo>
                <a:cubicBezTo>
                  <a:pt x="162131" y="138249"/>
                  <a:pt x="157654" y="142727"/>
                  <a:pt x="152130" y="142727"/>
                </a:cubicBezTo>
                <a:cubicBezTo>
                  <a:pt x="146606" y="142727"/>
                  <a:pt x="142129" y="138249"/>
                  <a:pt x="142129" y="132726"/>
                </a:cubicBezTo>
                <a:close/>
                <a:moveTo>
                  <a:pt x="72120" y="162730"/>
                </a:moveTo>
                <a:cubicBezTo>
                  <a:pt x="72120" y="151682"/>
                  <a:pt x="81075" y="142727"/>
                  <a:pt x="92123" y="142727"/>
                </a:cubicBezTo>
                <a:cubicBezTo>
                  <a:pt x="103170" y="142727"/>
                  <a:pt x="112125" y="151682"/>
                  <a:pt x="112125" y="162730"/>
                </a:cubicBezTo>
                <a:cubicBezTo>
                  <a:pt x="112125" y="173777"/>
                  <a:pt x="103170" y="182732"/>
                  <a:pt x="92123" y="182732"/>
                </a:cubicBezTo>
                <a:cubicBezTo>
                  <a:pt x="81075" y="182732"/>
                  <a:pt x="72120" y="173777"/>
                  <a:pt x="72120" y="162730"/>
                </a:cubicBezTo>
                <a:close/>
                <a:moveTo>
                  <a:pt x="42116" y="120224"/>
                </a:moveTo>
                <a:cubicBezTo>
                  <a:pt x="43497" y="120224"/>
                  <a:pt x="44617" y="121344"/>
                  <a:pt x="44617" y="122725"/>
                </a:cubicBezTo>
                <a:cubicBezTo>
                  <a:pt x="44617" y="124105"/>
                  <a:pt x="43497" y="125225"/>
                  <a:pt x="42116" y="125225"/>
                </a:cubicBezTo>
                <a:cubicBezTo>
                  <a:pt x="40735" y="125225"/>
                  <a:pt x="39616" y="124105"/>
                  <a:pt x="39616" y="122725"/>
                </a:cubicBezTo>
                <a:cubicBezTo>
                  <a:pt x="39616" y="121344"/>
                  <a:pt x="40735" y="120224"/>
                  <a:pt x="42116" y="120224"/>
                </a:cubicBezTo>
                <a:moveTo>
                  <a:pt x="152130" y="180232"/>
                </a:moveTo>
                <a:cubicBezTo>
                  <a:pt x="153511" y="180232"/>
                  <a:pt x="154630" y="181351"/>
                  <a:pt x="154630" y="182732"/>
                </a:cubicBezTo>
                <a:cubicBezTo>
                  <a:pt x="154630" y="184113"/>
                  <a:pt x="153511" y="185232"/>
                  <a:pt x="152130" y="185232"/>
                </a:cubicBezTo>
                <a:cubicBezTo>
                  <a:pt x="150749" y="185232"/>
                  <a:pt x="149630" y="184113"/>
                  <a:pt x="149630" y="182732"/>
                </a:cubicBezTo>
                <a:cubicBezTo>
                  <a:pt x="149630" y="181351"/>
                  <a:pt x="150749" y="180232"/>
                  <a:pt x="152130" y="180232"/>
                </a:cubicBezTo>
                <a:moveTo>
                  <a:pt x="162131" y="90220"/>
                </a:moveTo>
                <a:cubicBezTo>
                  <a:pt x="163512" y="90220"/>
                  <a:pt x="164632" y="91340"/>
                  <a:pt x="164632" y="92721"/>
                </a:cubicBezTo>
                <a:cubicBezTo>
                  <a:pt x="164632" y="94102"/>
                  <a:pt x="163512" y="95221"/>
                  <a:pt x="162131" y="95221"/>
                </a:cubicBezTo>
                <a:cubicBezTo>
                  <a:pt x="160750" y="95221"/>
                  <a:pt x="159631" y="94102"/>
                  <a:pt x="159631" y="92721"/>
                </a:cubicBezTo>
                <a:cubicBezTo>
                  <a:pt x="159631" y="91340"/>
                  <a:pt x="160750" y="90220"/>
                  <a:pt x="162131" y="90220"/>
                </a:cubicBezTo>
              </a:path>
            </a:pathLst>
          </a:custGeom>
          <a:noFill/>
          <a:ln w="1500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24172" y="376236"/>
            <a:ext cx="6695665" cy="3600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1">
                <a:solidFill>
                  <a:srgbClr val="68D5E9"/>
                </a:solidFill>
                <a:latin typeface="Montserrat"/>
              </a:rPr>
              <a:t>Secure Authentication 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31192" y="4197427"/>
            <a:ext cx="942569" cy="21602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68D5E9"/>
                </a:solidFill>
                <a:latin typeface="Montserrat"/>
              </a:rPr>
              <a:t>2FA/OTP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39583" y="4204930"/>
            <a:ext cx="225028" cy="225028"/>
          </a:xfrm>
          <a:custGeom>
            <a:avLst/>
            <a:gdLst/>
            <a:ahLst/>
            <a:cxnLst/>
            <a:rect l="0" t="0" r="0" b="0"/>
            <a:pathLst>
              <a:path w="225028" h="225028">
                <a:moveTo>
                  <a:pt x="110013" y="130016"/>
                </a:moveTo>
                <a:lnTo>
                  <a:pt x="140017" y="130016"/>
                </a:lnTo>
                <a:lnTo>
                  <a:pt x="140017" y="165020"/>
                </a:lnTo>
                <a:lnTo>
                  <a:pt x="180022" y="130016"/>
                </a:lnTo>
                <a:lnTo>
                  <a:pt x="205025" y="130016"/>
                </a:lnTo>
                <a:cubicBezTo>
                  <a:pt x="216072" y="130016"/>
                  <a:pt x="225028" y="121060"/>
                  <a:pt x="225028" y="110013"/>
                </a:cubicBezTo>
                <a:lnTo>
                  <a:pt x="225028" y="20002"/>
                </a:lnTo>
                <a:cubicBezTo>
                  <a:pt x="225028" y="8955"/>
                  <a:pt x="216072" y="0"/>
                  <a:pt x="205025" y="0"/>
                </a:cubicBezTo>
                <a:lnTo>
                  <a:pt x="70008" y="0"/>
                </a:lnTo>
                <a:cubicBezTo>
                  <a:pt x="58961" y="0"/>
                  <a:pt x="50006" y="8955"/>
                  <a:pt x="50006" y="20002"/>
                </a:cubicBezTo>
                <a:lnTo>
                  <a:pt x="50006" y="65008"/>
                </a:lnTo>
                <a:moveTo>
                  <a:pt x="80410" y="65008"/>
                </a:moveTo>
                <a:cubicBezTo>
                  <a:pt x="80410" y="50238"/>
                  <a:pt x="92383" y="38264"/>
                  <a:pt x="107153" y="38264"/>
                </a:cubicBezTo>
                <a:cubicBezTo>
                  <a:pt x="121923" y="38264"/>
                  <a:pt x="133896" y="50238"/>
                  <a:pt x="133896" y="65008"/>
                </a:cubicBezTo>
                <a:cubicBezTo>
                  <a:pt x="133896" y="79778"/>
                  <a:pt x="121923" y="91751"/>
                  <a:pt x="107153" y="91751"/>
                </a:cubicBezTo>
                <a:cubicBezTo>
                  <a:pt x="92383" y="91751"/>
                  <a:pt x="80410" y="79778"/>
                  <a:pt x="80410" y="65008"/>
                </a:cubicBezTo>
                <a:moveTo>
                  <a:pt x="102152" y="65008"/>
                </a:moveTo>
                <a:cubicBezTo>
                  <a:pt x="102152" y="62246"/>
                  <a:pt x="104391" y="60007"/>
                  <a:pt x="107153" y="60007"/>
                </a:cubicBezTo>
                <a:cubicBezTo>
                  <a:pt x="109915" y="60007"/>
                  <a:pt x="112154" y="62246"/>
                  <a:pt x="112154" y="65008"/>
                </a:cubicBezTo>
                <a:cubicBezTo>
                  <a:pt x="112154" y="67769"/>
                  <a:pt x="109915" y="70008"/>
                  <a:pt x="107153" y="70008"/>
                </a:cubicBezTo>
                <a:cubicBezTo>
                  <a:pt x="104391" y="70008"/>
                  <a:pt x="102152" y="67769"/>
                  <a:pt x="102152" y="65008"/>
                </a:cubicBezTo>
                <a:moveTo>
                  <a:pt x="187523" y="65008"/>
                </a:moveTo>
                <a:lnTo>
                  <a:pt x="133896" y="65008"/>
                </a:lnTo>
                <a:moveTo>
                  <a:pt x="187523" y="65008"/>
                </a:moveTo>
                <a:lnTo>
                  <a:pt x="187523" y="42505"/>
                </a:lnTo>
                <a:moveTo>
                  <a:pt x="157519" y="65008"/>
                </a:moveTo>
                <a:lnTo>
                  <a:pt x="157519" y="42505"/>
                </a:lnTo>
                <a:moveTo>
                  <a:pt x="15001" y="105013"/>
                </a:moveTo>
                <a:lnTo>
                  <a:pt x="60007" y="105013"/>
                </a:lnTo>
                <a:cubicBezTo>
                  <a:pt x="60007" y="105013"/>
                  <a:pt x="75009" y="105013"/>
                  <a:pt x="75009" y="120014"/>
                </a:cubicBezTo>
                <a:lnTo>
                  <a:pt x="75009" y="210026"/>
                </a:lnTo>
                <a:cubicBezTo>
                  <a:pt x="75009" y="210026"/>
                  <a:pt x="75009" y="225028"/>
                  <a:pt x="60007" y="225028"/>
                </a:cubicBezTo>
                <a:lnTo>
                  <a:pt x="15001" y="225028"/>
                </a:lnTo>
                <a:cubicBezTo>
                  <a:pt x="15001" y="225028"/>
                  <a:pt x="0" y="225028"/>
                  <a:pt x="0" y="210026"/>
                </a:cubicBezTo>
                <a:lnTo>
                  <a:pt x="0" y="120014"/>
                </a:lnTo>
                <a:cubicBezTo>
                  <a:pt x="0" y="120014"/>
                  <a:pt x="0" y="105013"/>
                  <a:pt x="15001" y="105013"/>
                </a:cubicBezTo>
                <a:moveTo>
                  <a:pt x="0" y="195024"/>
                </a:moveTo>
                <a:lnTo>
                  <a:pt x="75009" y="195024"/>
                </a:lnTo>
              </a:path>
            </a:pathLst>
          </a:custGeom>
          <a:noFill/>
          <a:ln w="1500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867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61C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5119" y="2108552"/>
            <a:ext cx="1908408" cy="1081953"/>
          </a:xfrm>
          <a:custGeom>
            <a:avLst/>
            <a:gdLst/>
            <a:ahLst/>
            <a:cxnLst/>
            <a:rect l="0" t="0" r="0" b="0"/>
            <a:pathLst>
              <a:path w="1908408" h="1081953">
                <a:moveTo>
                  <a:pt x="190932" y="540976"/>
                </a:moveTo>
                <a:cubicBezTo>
                  <a:pt x="190932" y="347652"/>
                  <a:pt x="347652" y="190932"/>
                  <a:pt x="540976" y="190932"/>
                </a:cubicBezTo>
                <a:lnTo>
                  <a:pt x="1368352" y="190932"/>
                </a:lnTo>
                <a:cubicBezTo>
                  <a:pt x="1510251" y="190932"/>
                  <a:pt x="1632428" y="275364"/>
                  <a:pt x="1687389" y="396730"/>
                </a:cubicBezTo>
                <a:cubicBezTo>
                  <a:pt x="1727961" y="387012"/>
                  <a:pt x="1770311" y="381865"/>
                  <a:pt x="1813863" y="381865"/>
                </a:cubicBezTo>
                <a:lnTo>
                  <a:pt x="1885552" y="381865"/>
                </a:lnTo>
                <a:cubicBezTo>
                  <a:pt x="1817607" y="160744"/>
                  <a:pt x="1611752" y="0"/>
                  <a:pt x="1368352" y="0"/>
                </a:cubicBezTo>
                <a:lnTo>
                  <a:pt x="540976" y="0"/>
                </a:lnTo>
                <a:cubicBezTo>
                  <a:pt x="242203" y="0"/>
                  <a:pt x="0" y="242203"/>
                  <a:pt x="0" y="540976"/>
                </a:cubicBezTo>
                <a:cubicBezTo>
                  <a:pt x="0" y="839749"/>
                  <a:pt x="242203" y="1081953"/>
                  <a:pt x="540976" y="1081953"/>
                </a:cubicBezTo>
                <a:lnTo>
                  <a:pt x="1368352" y="1081953"/>
                </a:lnTo>
                <a:cubicBezTo>
                  <a:pt x="1411904" y="1081953"/>
                  <a:pt x="1454254" y="1076806"/>
                  <a:pt x="1494826" y="1067089"/>
                </a:cubicBezTo>
                <a:cubicBezTo>
                  <a:pt x="1722639" y="1012523"/>
                  <a:pt x="1894427" y="813832"/>
                  <a:pt x="1908408" y="572798"/>
                </a:cubicBezTo>
                <a:lnTo>
                  <a:pt x="1813863" y="572798"/>
                </a:lnTo>
                <a:cubicBezTo>
                  <a:pt x="1779682" y="572798"/>
                  <a:pt x="1746647" y="577697"/>
                  <a:pt x="1715420" y="586831"/>
                </a:cubicBezTo>
                <a:cubicBezTo>
                  <a:pt x="1697279" y="725484"/>
                  <a:pt x="1597994" y="838613"/>
                  <a:pt x="1466795" y="876987"/>
                </a:cubicBezTo>
                <a:cubicBezTo>
                  <a:pt x="1435568" y="886121"/>
                  <a:pt x="1402533" y="891020"/>
                  <a:pt x="1368352" y="891020"/>
                </a:cubicBezTo>
                <a:lnTo>
                  <a:pt x="540976" y="891020"/>
                </a:lnTo>
                <a:cubicBezTo>
                  <a:pt x="347652" y="891020"/>
                  <a:pt x="190932" y="734300"/>
                  <a:pt x="190932" y="540976"/>
                </a:cubicBezTo>
                <a:close/>
              </a:path>
            </a:pathLst>
          </a:custGeom>
          <a:noFill/>
          <a:ln w="15909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08928" y="2490419"/>
            <a:ext cx="1907489" cy="1081953"/>
          </a:xfrm>
          <a:custGeom>
            <a:avLst/>
            <a:gdLst/>
            <a:ahLst/>
            <a:cxnLst/>
            <a:rect l="0" t="0" r="0" b="0"/>
            <a:pathLst>
              <a:path w="1907489" h="1081953">
                <a:moveTo>
                  <a:pt x="0" y="509154"/>
                </a:moveTo>
                <a:lnTo>
                  <a:pt x="94545" y="509154"/>
                </a:lnTo>
                <a:cubicBezTo>
                  <a:pt x="128725" y="509154"/>
                  <a:pt x="161761" y="504256"/>
                  <a:pt x="192988" y="495122"/>
                </a:cubicBezTo>
                <a:cubicBezTo>
                  <a:pt x="211130" y="356468"/>
                  <a:pt x="310414" y="243339"/>
                  <a:pt x="441613" y="204965"/>
                </a:cubicBezTo>
                <a:cubicBezTo>
                  <a:pt x="472841" y="195831"/>
                  <a:pt x="505876" y="190932"/>
                  <a:pt x="540055" y="190932"/>
                </a:cubicBezTo>
                <a:lnTo>
                  <a:pt x="1367432" y="190932"/>
                </a:lnTo>
                <a:cubicBezTo>
                  <a:pt x="1401612" y="190932"/>
                  <a:pt x="1434647" y="195831"/>
                  <a:pt x="1465875" y="204965"/>
                </a:cubicBezTo>
                <a:cubicBezTo>
                  <a:pt x="1597074" y="243339"/>
                  <a:pt x="1696358" y="356468"/>
                  <a:pt x="1714499" y="495122"/>
                </a:cubicBezTo>
                <a:cubicBezTo>
                  <a:pt x="1745727" y="504256"/>
                  <a:pt x="1778763" y="509154"/>
                  <a:pt x="1812942" y="509154"/>
                </a:cubicBezTo>
                <a:lnTo>
                  <a:pt x="1907489" y="509154"/>
                </a:lnTo>
                <a:cubicBezTo>
                  <a:pt x="1893507" y="268120"/>
                  <a:pt x="1721718" y="69429"/>
                  <a:pt x="1493907" y="14864"/>
                </a:cubicBezTo>
                <a:cubicBezTo>
                  <a:pt x="1453333" y="5146"/>
                  <a:pt x="1410983" y="0"/>
                  <a:pt x="1367432" y="0"/>
                </a:cubicBezTo>
                <a:lnTo>
                  <a:pt x="540055" y="0"/>
                </a:lnTo>
                <a:cubicBezTo>
                  <a:pt x="496504" y="0"/>
                  <a:pt x="454155" y="5146"/>
                  <a:pt x="413582" y="14864"/>
                </a:cubicBezTo>
                <a:cubicBezTo>
                  <a:pt x="185770" y="69429"/>
                  <a:pt x="13981" y="268120"/>
                  <a:pt x="0" y="509154"/>
                </a:cubicBezTo>
                <a:close/>
                <a:moveTo>
                  <a:pt x="1367432" y="891020"/>
                </a:moveTo>
                <a:lnTo>
                  <a:pt x="540055" y="891020"/>
                </a:lnTo>
                <a:cubicBezTo>
                  <a:pt x="398158" y="891020"/>
                  <a:pt x="275980" y="806588"/>
                  <a:pt x="221020" y="685223"/>
                </a:cubicBezTo>
                <a:cubicBezTo>
                  <a:pt x="180447" y="694940"/>
                  <a:pt x="138097" y="700087"/>
                  <a:pt x="94545" y="700087"/>
                </a:cubicBezTo>
                <a:lnTo>
                  <a:pt x="22856" y="700087"/>
                </a:lnTo>
                <a:cubicBezTo>
                  <a:pt x="90802" y="921209"/>
                  <a:pt x="296656" y="1081953"/>
                  <a:pt x="540055" y="1081953"/>
                </a:cubicBezTo>
                <a:lnTo>
                  <a:pt x="1367432" y="1081953"/>
                </a:lnTo>
                <a:cubicBezTo>
                  <a:pt x="1610831" y="1081953"/>
                  <a:pt x="1816686" y="921209"/>
                  <a:pt x="1884632" y="700087"/>
                </a:cubicBezTo>
                <a:lnTo>
                  <a:pt x="1812942" y="700087"/>
                </a:lnTo>
                <a:cubicBezTo>
                  <a:pt x="1769390" y="700087"/>
                  <a:pt x="1727040" y="694940"/>
                  <a:pt x="1686468" y="685223"/>
                </a:cubicBezTo>
                <a:cubicBezTo>
                  <a:pt x="1631508" y="806588"/>
                  <a:pt x="1509330" y="891020"/>
                  <a:pt x="1367432" y="891020"/>
                </a:cubicBezTo>
                <a:close/>
              </a:path>
            </a:pathLst>
          </a:custGeom>
          <a:noFill/>
          <a:ln w="15909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81815" y="2108552"/>
            <a:ext cx="1907489" cy="1081953"/>
          </a:xfrm>
          <a:custGeom>
            <a:avLst/>
            <a:gdLst/>
            <a:ahLst/>
            <a:cxnLst/>
            <a:rect l="0" t="0" r="0" b="0"/>
            <a:pathLst>
              <a:path w="1907489" h="1081953">
                <a:moveTo>
                  <a:pt x="94545" y="572798"/>
                </a:moveTo>
                <a:lnTo>
                  <a:pt x="0" y="572798"/>
                </a:lnTo>
                <a:cubicBezTo>
                  <a:pt x="13981" y="813832"/>
                  <a:pt x="185770" y="1012523"/>
                  <a:pt x="413582" y="1067089"/>
                </a:cubicBezTo>
                <a:cubicBezTo>
                  <a:pt x="454154" y="1076806"/>
                  <a:pt x="496504" y="1081953"/>
                  <a:pt x="540055" y="1081953"/>
                </a:cubicBezTo>
                <a:lnTo>
                  <a:pt x="1367432" y="1081953"/>
                </a:lnTo>
                <a:cubicBezTo>
                  <a:pt x="1410983" y="1081953"/>
                  <a:pt x="1453333" y="1076806"/>
                  <a:pt x="1493907" y="1067089"/>
                </a:cubicBezTo>
                <a:cubicBezTo>
                  <a:pt x="1721718" y="1012523"/>
                  <a:pt x="1893507" y="813832"/>
                  <a:pt x="1907489" y="572798"/>
                </a:cubicBezTo>
                <a:lnTo>
                  <a:pt x="1812942" y="572798"/>
                </a:lnTo>
                <a:cubicBezTo>
                  <a:pt x="1778763" y="572798"/>
                  <a:pt x="1745727" y="577697"/>
                  <a:pt x="1714499" y="586831"/>
                </a:cubicBezTo>
                <a:cubicBezTo>
                  <a:pt x="1696358" y="725484"/>
                  <a:pt x="1597073" y="838613"/>
                  <a:pt x="1465875" y="876987"/>
                </a:cubicBezTo>
                <a:cubicBezTo>
                  <a:pt x="1434647" y="886121"/>
                  <a:pt x="1401612" y="891020"/>
                  <a:pt x="1367432" y="891020"/>
                </a:cubicBezTo>
                <a:lnTo>
                  <a:pt x="540055" y="891020"/>
                </a:lnTo>
                <a:cubicBezTo>
                  <a:pt x="505876" y="891020"/>
                  <a:pt x="472841" y="886121"/>
                  <a:pt x="441613" y="876987"/>
                </a:cubicBezTo>
                <a:cubicBezTo>
                  <a:pt x="310414" y="838613"/>
                  <a:pt x="211130" y="725484"/>
                  <a:pt x="192988" y="586831"/>
                </a:cubicBezTo>
                <a:cubicBezTo>
                  <a:pt x="161761" y="577697"/>
                  <a:pt x="128725" y="572798"/>
                  <a:pt x="94545" y="572798"/>
                </a:cubicBezTo>
                <a:close/>
                <a:moveTo>
                  <a:pt x="540055" y="190932"/>
                </a:moveTo>
                <a:lnTo>
                  <a:pt x="1367432" y="190932"/>
                </a:lnTo>
                <a:cubicBezTo>
                  <a:pt x="1509330" y="190932"/>
                  <a:pt x="1631508" y="275364"/>
                  <a:pt x="1686468" y="396730"/>
                </a:cubicBezTo>
                <a:cubicBezTo>
                  <a:pt x="1727040" y="387012"/>
                  <a:pt x="1769390" y="381865"/>
                  <a:pt x="1812942" y="381865"/>
                </a:cubicBezTo>
                <a:lnTo>
                  <a:pt x="1884631" y="381865"/>
                </a:lnTo>
                <a:cubicBezTo>
                  <a:pt x="1816686" y="160744"/>
                  <a:pt x="1610831" y="0"/>
                  <a:pt x="1367432" y="0"/>
                </a:cubicBezTo>
                <a:lnTo>
                  <a:pt x="540055" y="0"/>
                </a:lnTo>
                <a:cubicBezTo>
                  <a:pt x="296656" y="0"/>
                  <a:pt x="90801" y="160744"/>
                  <a:pt x="22856" y="381865"/>
                </a:cubicBezTo>
                <a:lnTo>
                  <a:pt x="94545" y="381865"/>
                </a:lnTo>
                <a:cubicBezTo>
                  <a:pt x="138097" y="381865"/>
                  <a:pt x="180447" y="387012"/>
                  <a:pt x="221020" y="396730"/>
                </a:cubicBezTo>
                <a:cubicBezTo>
                  <a:pt x="275980" y="275364"/>
                  <a:pt x="398157" y="190932"/>
                  <a:pt x="540055" y="190932"/>
                </a:cubicBezTo>
                <a:close/>
              </a:path>
            </a:pathLst>
          </a:custGeom>
          <a:noFill/>
          <a:ln w="15909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54701" y="2490419"/>
            <a:ext cx="1907488" cy="1081953"/>
          </a:xfrm>
          <a:custGeom>
            <a:avLst/>
            <a:gdLst/>
            <a:ahLst/>
            <a:cxnLst/>
            <a:rect l="0" t="0" r="0" b="0"/>
            <a:pathLst>
              <a:path w="1907488" h="1081953">
                <a:moveTo>
                  <a:pt x="1367432" y="891020"/>
                </a:moveTo>
                <a:lnTo>
                  <a:pt x="540055" y="891020"/>
                </a:lnTo>
                <a:cubicBezTo>
                  <a:pt x="398158" y="891020"/>
                  <a:pt x="275980" y="806588"/>
                  <a:pt x="221020" y="685223"/>
                </a:cubicBezTo>
                <a:cubicBezTo>
                  <a:pt x="180447" y="694940"/>
                  <a:pt x="138097" y="700087"/>
                  <a:pt x="94545" y="700087"/>
                </a:cubicBezTo>
                <a:lnTo>
                  <a:pt x="22856" y="700087"/>
                </a:lnTo>
                <a:cubicBezTo>
                  <a:pt x="90801" y="921209"/>
                  <a:pt x="296656" y="1081953"/>
                  <a:pt x="540055" y="1081953"/>
                </a:cubicBezTo>
                <a:lnTo>
                  <a:pt x="1367432" y="1081953"/>
                </a:lnTo>
                <a:cubicBezTo>
                  <a:pt x="1610831" y="1081953"/>
                  <a:pt x="1816686" y="921209"/>
                  <a:pt x="1884632" y="700087"/>
                </a:cubicBezTo>
                <a:lnTo>
                  <a:pt x="1812942" y="700087"/>
                </a:lnTo>
                <a:cubicBezTo>
                  <a:pt x="1769390" y="700087"/>
                  <a:pt x="1727041" y="694940"/>
                  <a:pt x="1686468" y="685223"/>
                </a:cubicBezTo>
                <a:cubicBezTo>
                  <a:pt x="1631508" y="806588"/>
                  <a:pt x="1509330" y="891020"/>
                  <a:pt x="1367432" y="891020"/>
                </a:cubicBezTo>
                <a:close/>
                <a:moveTo>
                  <a:pt x="0" y="509154"/>
                </a:moveTo>
                <a:lnTo>
                  <a:pt x="94545" y="509154"/>
                </a:lnTo>
                <a:cubicBezTo>
                  <a:pt x="128725" y="509154"/>
                  <a:pt x="161761" y="504256"/>
                  <a:pt x="192988" y="495122"/>
                </a:cubicBezTo>
                <a:cubicBezTo>
                  <a:pt x="211130" y="356468"/>
                  <a:pt x="310414" y="243339"/>
                  <a:pt x="441613" y="204965"/>
                </a:cubicBezTo>
                <a:cubicBezTo>
                  <a:pt x="472841" y="195831"/>
                  <a:pt x="505876" y="190932"/>
                  <a:pt x="540055" y="190932"/>
                </a:cubicBezTo>
                <a:lnTo>
                  <a:pt x="634602" y="190932"/>
                </a:lnTo>
                <a:lnTo>
                  <a:pt x="1272886" y="190932"/>
                </a:lnTo>
                <a:lnTo>
                  <a:pt x="1367432" y="190932"/>
                </a:lnTo>
                <a:cubicBezTo>
                  <a:pt x="1401612" y="190932"/>
                  <a:pt x="1434647" y="195831"/>
                  <a:pt x="1465875" y="204965"/>
                </a:cubicBezTo>
                <a:cubicBezTo>
                  <a:pt x="1597073" y="243339"/>
                  <a:pt x="1696358" y="356468"/>
                  <a:pt x="1714500" y="495122"/>
                </a:cubicBezTo>
                <a:cubicBezTo>
                  <a:pt x="1745727" y="504256"/>
                  <a:pt x="1778763" y="509154"/>
                  <a:pt x="1812942" y="509154"/>
                </a:cubicBezTo>
                <a:lnTo>
                  <a:pt x="1907488" y="509154"/>
                </a:lnTo>
                <a:cubicBezTo>
                  <a:pt x="1893506" y="268120"/>
                  <a:pt x="1721718" y="69429"/>
                  <a:pt x="1493907" y="14864"/>
                </a:cubicBezTo>
                <a:cubicBezTo>
                  <a:pt x="1453333" y="5146"/>
                  <a:pt x="1410983" y="0"/>
                  <a:pt x="1367432" y="0"/>
                </a:cubicBezTo>
                <a:lnTo>
                  <a:pt x="540055" y="0"/>
                </a:lnTo>
                <a:cubicBezTo>
                  <a:pt x="496504" y="0"/>
                  <a:pt x="454154" y="5146"/>
                  <a:pt x="413582" y="14864"/>
                </a:cubicBezTo>
                <a:cubicBezTo>
                  <a:pt x="185770" y="69429"/>
                  <a:pt x="13981" y="268120"/>
                  <a:pt x="0" y="509154"/>
                </a:cubicBezTo>
                <a:close/>
                <a:moveTo>
                  <a:pt x="1272886" y="190932"/>
                </a:moveTo>
                <a:cubicBezTo>
                  <a:pt x="1286867" y="431966"/>
                  <a:pt x="1458656" y="630657"/>
                  <a:pt x="1686468" y="685223"/>
                </a:cubicBezTo>
                <a:moveTo>
                  <a:pt x="1714500" y="495122"/>
                </a:moveTo>
                <a:cubicBezTo>
                  <a:pt x="1583302" y="456747"/>
                  <a:pt x="1484016" y="343618"/>
                  <a:pt x="1465875" y="204965"/>
                </a:cubicBezTo>
              </a:path>
            </a:pathLst>
          </a:custGeom>
          <a:noFill/>
          <a:ln w="15909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527587" y="2108552"/>
            <a:ext cx="1907488" cy="1081953"/>
          </a:xfrm>
          <a:custGeom>
            <a:avLst/>
            <a:gdLst/>
            <a:ahLst/>
            <a:cxnLst/>
            <a:rect l="0" t="0" r="0" b="0"/>
            <a:pathLst>
              <a:path w="1907488" h="1081953">
                <a:moveTo>
                  <a:pt x="94545" y="572798"/>
                </a:moveTo>
                <a:lnTo>
                  <a:pt x="0" y="572798"/>
                </a:lnTo>
                <a:cubicBezTo>
                  <a:pt x="13981" y="813832"/>
                  <a:pt x="185770" y="1012523"/>
                  <a:pt x="413582" y="1067089"/>
                </a:cubicBezTo>
                <a:cubicBezTo>
                  <a:pt x="454155" y="1076806"/>
                  <a:pt x="496504" y="1081953"/>
                  <a:pt x="540055" y="1081953"/>
                </a:cubicBezTo>
                <a:lnTo>
                  <a:pt x="1367432" y="1081953"/>
                </a:lnTo>
                <a:cubicBezTo>
                  <a:pt x="1410983" y="1081953"/>
                  <a:pt x="1453333" y="1076806"/>
                  <a:pt x="1493907" y="1067089"/>
                </a:cubicBezTo>
                <a:cubicBezTo>
                  <a:pt x="1721718" y="1012523"/>
                  <a:pt x="1893506" y="813832"/>
                  <a:pt x="1907488" y="572798"/>
                </a:cubicBezTo>
                <a:lnTo>
                  <a:pt x="1812942" y="572798"/>
                </a:lnTo>
                <a:cubicBezTo>
                  <a:pt x="1778763" y="572798"/>
                  <a:pt x="1745727" y="577697"/>
                  <a:pt x="1714500" y="586831"/>
                </a:cubicBezTo>
                <a:cubicBezTo>
                  <a:pt x="1696358" y="725484"/>
                  <a:pt x="1597073" y="838613"/>
                  <a:pt x="1465875" y="876987"/>
                </a:cubicBezTo>
                <a:cubicBezTo>
                  <a:pt x="1434647" y="886121"/>
                  <a:pt x="1401612" y="891020"/>
                  <a:pt x="1367432" y="891020"/>
                </a:cubicBezTo>
                <a:lnTo>
                  <a:pt x="540055" y="891020"/>
                </a:lnTo>
                <a:cubicBezTo>
                  <a:pt x="505876" y="891020"/>
                  <a:pt x="472841" y="886121"/>
                  <a:pt x="441614" y="876987"/>
                </a:cubicBezTo>
                <a:cubicBezTo>
                  <a:pt x="310415" y="838613"/>
                  <a:pt x="211130" y="725484"/>
                  <a:pt x="192988" y="586831"/>
                </a:cubicBezTo>
                <a:cubicBezTo>
                  <a:pt x="161761" y="577697"/>
                  <a:pt x="128725" y="572798"/>
                  <a:pt x="94545" y="572798"/>
                </a:cubicBezTo>
                <a:close/>
                <a:moveTo>
                  <a:pt x="540055" y="190932"/>
                </a:moveTo>
                <a:lnTo>
                  <a:pt x="1367432" y="190932"/>
                </a:lnTo>
                <a:cubicBezTo>
                  <a:pt x="1509330" y="190932"/>
                  <a:pt x="1631508" y="275364"/>
                  <a:pt x="1686468" y="396730"/>
                </a:cubicBezTo>
                <a:cubicBezTo>
                  <a:pt x="1727041" y="387012"/>
                  <a:pt x="1769390" y="381865"/>
                  <a:pt x="1812942" y="381865"/>
                </a:cubicBezTo>
                <a:lnTo>
                  <a:pt x="1884632" y="381865"/>
                </a:lnTo>
                <a:cubicBezTo>
                  <a:pt x="1816686" y="160744"/>
                  <a:pt x="1610831" y="0"/>
                  <a:pt x="1367432" y="0"/>
                </a:cubicBezTo>
                <a:lnTo>
                  <a:pt x="540055" y="0"/>
                </a:lnTo>
                <a:cubicBezTo>
                  <a:pt x="296656" y="0"/>
                  <a:pt x="90801" y="160744"/>
                  <a:pt x="22856" y="381865"/>
                </a:cubicBezTo>
                <a:lnTo>
                  <a:pt x="94545" y="381865"/>
                </a:lnTo>
                <a:cubicBezTo>
                  <a:pt x="138097" y="381865"/>
                  <a:pt x="180447" y="387012"/>
                  <a:pt x="221020" y="396730"/>
                </a:cubicBezTo>
                <a:cubicBezTo>
                  <a:pt x="275980" y="275364"/>
                  <a:pt x="398158" y="190932"/>
                  <a:pt x="540055" y="190932"/>
                </a:cubicBezTo>
                <a:close/>
              </a:path>
            </a:pathLst>
          </a:custGeom>
          <a:noFill/>
          <a:ln w="15909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00473" y="2490419"/>
            <a:ext cx="1908408" cy="1081953"/>
          </a:xfrm>
          <a:custGeom>
            <a:avLst/>
            <a:gdLst/>
            <a:ahLst/>
            <a:cxnLst/>
            <a:rect l="0" t="0" r="0" b="0"/>
            <a:pathLst>
              <a:path w="1908408" h="1081953">
                <a:moveTo>
                  <a:pt x="1367432" y="0"/>
                </a:moveTo>
                <a:cubicBezTo>
                  <a:pt x="1666204" y="0"/>
                  <a:pt x="1908408" y="242203"/>
                  <a:pt x="1908408" y="540976"/>
                </a:cubicBezTo>
                <a:cubicBezTo>
                  <a:pt x="1908408" y="839749"/>
                  <a:pt x="1666204" y="1081953"/>
                  <a:pt x="1367432" y="1081953"/>
                </a:cubicBezTo>
                <a:lnTo>
                  <a:pt x="540055" y="1081953"/>
                </a:lnTo>
                <a:cubicBezTo>
                  <a:pt x="296656" y="1081953"/>
                  <a:pt x="90801" y="921209"/>
                  <a:pt x="22856" y="700087"/>
                </a:cubicBezTo>
                <a:lnTo>
                  <a:pt x="94545" y="700087"/>
                </a:lnTo>
                <a:cubicBezTo>
                  <a:pt x="138097" y="700087"/>
                  <a:pt x="180447" y="694940"/>
                  <a:pt x="221019" y="685223"/>
                </a:cubicBezTo>
                <a:cubicBezTo>
                  <a:pt x="275979" y="806588"/>
                  <a:pt x="398157" y="891020"/>
                  <a:pt x="540055" y="891020"/>
                </a:cubicBezTo>
                <a:lnTo>
                  <a:pt x="1367432" y="891020"/>
                </a:lnTo>
                <a:cubicBezTo>
                  <a:pt x="1560755" y="891020"/>
                  <a:pt x="1717475" y="734300"/>
                  <a:pt x="1717475" y="540976"/>
                </a:cubicBezTo>
                <a:cubicBezTo>
                  <a:pt x="1717475" y="347652"/>
                  <a:pt x="1560755" y="190932"/>
                  <a:pt x="1367432" y="190932"/>
                </a:cubicBezTo>
                <a:lnTo>
                  <a:pt x="540055" y="190932"/>
                </a:lnTo>
                <a:cubicBezTo>
                  <a:pt x="505875" y="190932"/>
                  <a:pt x="472841" y="195831"/>
                  <a:pt x="441613" y="204965"/>
                </a:cubicBezTo>
                <a:cubicBezTo>
                  <a:pt x="310414" y="243339"/>
                  <a:pt x="211129" y="356468"/>
                  <a:pt x="192988" y="495122"/>
                </a:cubicBezTo>
                <a:cubicBezTo>
                  <a:pt x="161760" y="504256"/>
                  <a:pt x="128725" y="509154"/>
                  <a:pt x="94545" y="509154"/>
                </a:cubicBezTo>
                <a:lnTo>
                  <a:pt x="0" y="509154"/>
                </a:lnTo>
                <a:cubicBezTo>
                  <a:pt x="13981" y="268120"/>
                  <a:pt x="185770" y="69429"/>
                  <a:pt x="413582" y="14864"/>
                </a:cubicBezTo>
                <a:cubicBezTo>
                  <a:pt x="454154" y="5146"/>
                  <a:pt x="496504" y="0"/>
                  <a:pt x="540055" y="0"/>
                </a:cubicBezTo>
                <a:lnTo>
                  <a:pt x="1367432" y="0"/>
                </a:lnTo>
                <a:close/>
              </a:path>
            </a:pathLst>
          </a:custGeom>
          <a:noFill/>
          <a:ln w="15909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90377" y="376236"/>
            <a:ext cx="9324752" cy="3600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1">
                <a:solidFill>
                  <a:srgbClr val="68D5E9"/>
                </a:solidFill>
                <a:latin typeface="Montserrat"/>
              </a:rPr>
              <a:t>Course &amp; Resource Management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331" y="1631224"/>
            <a:ext cx="1964916" cy="2291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1">
                <a:solidFill>
                  <a:srgbClr val="68D5E9"/>
                </a:solidFill>
                <a:latin typeface="Montserrat"/>
              </a:rPr>
              <a:t>Content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5156" y="1631224"/>
            <a:ext cx="1580800" cy="2291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1">
                <a:solidFill>
                  <a:srgbClr val="68D5E9"/>
                </a:solidFill>
                <a:latin typeface="Montserrat"/>
              </a:rPr>
              <a:t>Media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9613" y="1631224"/>
            <a:ext cx="2223424" cy="2291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1">
                <a:solidFill>
                  <a:srgbClr val="68D5E9"/>
                </a:solidFill>
                <a:latin typeface="Montserrat"/>
              </a:rPr>
              <a:t>Learner Enrollment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5814" y="2438654"/>
            <a:ext cx="492181" cy="417720"/>
          </a:xfrm>
          <a:custGeom>
            <a:avLst/>
            <a:gdLst/>
            <a:ahLst/>
            <a:cxnLst/>
            <a:rect l="0" t="0" r="0" b="0"/>
            <a:pathLst>
              <a:path w="492181" h="417720">
                <a:moveTo>
                  <a:pt x="487939" y="131320"/>
                </a:moveTo>
                <a:lnTo>
                  <a:pt x="487939" y="375290"/>
                </a:lnTo>
                <a:cubicBezTo>
                  <a:pt x="487939" y="398723"/>
                  <a:pt x="468943" y="417720"/>
                  <a:pt x="445510" y="417720"/>
                </a:cubicBezTo>
                <a:lnTo>
                  <a:pt x="42429" y="417720"/>
                </a:lnTo>
                <a:cubicBezTo>
                  <a:pt x="18996" y="417720"/>
                  <a:pt x="0" y="398723"/>
                  <a:pt x="0" y="375290"/>
                </a:cubicBezTo>
                <a:lnTo>
                  <a:pt x="0" y="57069"/>
                </a:lnTo>
                <a:cubicBezTo>
                  <a:pt x="0" y="33635"/>
                  <a:pt x="18996" y="14639"/>
                  <a:pt x="42429" y="14639"/>
                </a:cubicBezTo>
                <a:lnTo>
                  <a:pt x="350043" y="14639"/>
                </a:lnTo>
                <a:moveTo>
                  <a:pt x="0" y="120713"/>
                </a:moveTo>
                <a:lnTo>
                  <a:pt x="254577" y="120713"/>
                </a:lnTo>
                <a:moveTo>
                  <a:pt x="79555" y="57069"/>
                </a:moveTo>
                <a:cubicBezTo>
                  <a:pt x="76626" y="57069"/>
                  <a:pt x="74251" y="59443"/>
                  <a:pt x="74251" y="62372"/>
                </a:cubicBezTo>
                <a:cubicBezTo>
                  <a:pt x="74251" y="65302"/>
                  <a:pt x="76626" y="67676"/>
                  <a:pt x="79555" y="67676"/>
                </a:cubicBezTo>
                <a:cubicBezTo>
                  <a:pt x="82484" y="67676"/>
                  <a:pt x="84859" y="65302"/>
                  <a:pt x="84859" y="62372"/>
                </a:cubicBezTo>
                <a:cubicBezTo>
                  <a:pt x="84859" y="59443"/>
                  <a:pt x="82484" y="57069"/>
                  <a:pt x="79555" y="57069"/>
                </a:cubicBezTo>
                <a:moveTo>
                  <a:pt x="143199" y="57069"/>
                </a:moveTo>
                <a:cubicBezTo>
                  <a:pt x="140270" y="57069"/>
                  <a:pt x="137896" y="59443"/>
                  <a:pt x="137896" y="62372"/>
                </a:cubicBezTo>
                <a:cubicBezTo>
                  <a:pt x="137896" y="65302"/>
                  <a:pt x="140270" y="67676"/>
                  <a:pt x="143199" y="67676"/>
                </a:cubicBezTo>
                <a:cubicBezTo>
                  <a:pt x="146128" y="67676"/>
                  <a:pt x="148503" y="65302"/>
                  <a:pt x="148503" y="62372"/>
                </a:cubicBezTo>
                <a:cubicBezTo>
                  <a:pt x="148503" y="59443"/>
                  <a:pt x="146128" y="57069"/>
                  <a:pt x="143199" y="57069"/>
                </a:cubicBezTo>
                <a:moveTo>
                  <a:pt x="206844" y="57069"/>
                </a:moveTo>
                <a:cubicBezTo>
                  <a:pt x="203914" y="57069"/>
                  <a:pt x="201540" y="59443"/>
                  <a:pt x="201540" y="62372"/>
                </a:cubicBezTo>
                <a:cubicBezTo>
                  <a:pt x="201540" y="65302"/>
                  <a:pt x="203914" y="67676"/>
                  <a:pt x="206844" y="67676"/>
                </a:cubicBezTo>
                <a:cubicBezTo>
                  <a:pt x="209773" y="67676"/>
                  <a:pt x="212147" y="65302"/>
                  <a:pt x="212147" y="62372"/>
                </a:cubicBezTo>
                <a:cubicBezTo>
                  <a:pt x="212147" y="59443"/>
                  <a:pt x="209773" y="57069"/>
                  <a:pt x="206844" y="57069"/>
                </a:cubicBezTo>
                <a:moveTo>
                  <a:pt x="350043" y="194965"/>
                </a:moveTo>
                <a:lnTo>
                  <a:pt x="275792" y="216179"/>
                </a:lnTo>
                <a:lnTo>
                  <a:pt x="297006" y="141928"/>
                </a:lnTo>
                <a:lnTo>
                  <a:pt x="424295" y="14639"/>
                </a:lnTo>
                <a:cubicBezTo>
                  <a:pt x="439059" y="0"/>
                  <a:pt x="462894" y="97"/>
                  <a:pt x="477538" y="14858"/>
                </a:cubicBezTo>
                <a:cubicBezTo>
                  <a:pt x="492181" y="29618"/>
                  <a:pt x="492089" y="53454"/>
                  <a:pt x="477332" y="68100"/>
                </a:cubicBezTo>
                <a:close/>
                <a:moveTo>
                  <a:pt x="407960" y="30974"/>
                </a:moveTo>
                <a:lnTo>
                  <a:pt x="460997" y="84011"/>
                </a:lnTo>
                <a:moveTo>
                  <a:pt x="297006" y="141928"/>
                </a:moveTo>
                <a:lnTo>
                  <a:pt x="350043" y="194965"/>
                </a:lnTo>
                <a:moveTo>
                  <a:pt x="63644" y="205572"/>
                </a:moveTo>
                <a:lnTo>
                  <a:pt x="159110" y="205572"/>
                </a:lnTo>
                <a:moveTo>
                  <a:pt x="63644" y="269216"/>
                </a:moveTo>
                <a:lnTo>
                  <a:pt x="265184" y="269216"/>
                </a:lnTo>
                <a:moveTo>
                  <a:pt x="63644" y="332861"/>
                </a:moveTo>
                <a:lnTo>
                  <a:pt x="403080" y="332861"/>
                </a:lnTo>
              </a:path>
            </a:pathLst>
          </a:custGeom>
          <a:noFill/>
          <a:ln w="15909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2194" y="2438244"/>
            <a:ext cx="466744" cy="410513"/>
          </a:xfrm>
          <a:custGeom>
            <a:avLst/>
            <a:gdLst/>
            <a:ahLst/>
            <a:cxnLst/>
            <a:rect l="0" t="0" r="0" b="0"/>
            <a:pathLst>
              <a:path w="466744" h="410513">
                <a:moveTo>
                  <a:pt x="324585" y="293832"/>
                </a:moveTo>
                <a:lnTo>
                  <a:pt x="375501" y="293832"/>
                </a:lnTo>
                <a:cubicBezTo>
                  <a:pt x="375501" y="293832"/>
                  <a:pt x="466724" y="281931"/>
                  <a:pt x="466724" y="192362"/>
                </a:cubicBezTo>
                <a:cubicBezTo>
                  <a:pt x="466744" y="164824"/>
                  <a:pt x="455548" y="138466"/>
                  <a:pt x="435715" y="119361"/>
                </a:cubicBezTo>
                <a:cubicBezTo>
                  <a:pt x="415882" y="100256"/>
                  <a:pt x="389123" y="90054"/>
                  <a:pt x="361605" y="91104"/>
                </a:cubicBezTo>
                <a:cubicBezTo>
                  <a:pt x="333967" y="32443"/>
                  <a:pt x="270062" y="0"/>
                  <a:pt x="206395" y="12306"/>
                </a:cubicBezTo>
                <a:cubicBezTo>
                  <a:pt x="142728" y="24613"/>
                  <a:pt x="95518" y="78536"/>
                  <a:pt x="91732" y="143271"/>
                </a:cubicBezTo>
                <a:cubicBezTo>
                  <a:pt x="69311" y="138556"/>
                  <a:pt x="45959" y="144196"/>
                  <a:pt x="28162" y="158626"/>
                </a:cubicBezTo>
                <a:cubicBezTo>
                  <a:pt x="10366" y="173056"/>
                  <a:pt x="20" y="194738"/>
                  <a:pt x="0" y="217650"/>
                </a:cubicBezTo>
                <a:cubicBezTo>
                  <a:pt x="0" y="294978"/>
                  <a:pt x="81167" y="293768"/>
                  <a:pt x="81167" y="293768"/>
                </a:cubicBezTo>
                <a:lnTo>
                  <a:pt x="141905" y="293768"/>
                </a:lnTo>
                <a:moveTo>
                  <a:pt x="233362" y="177151"/>
                </a:moveTo>
                <a:lnTo>
                  <a:pt x="233362" y="410513"/>
                </a:lnTo>
                <a:moveTo>
                  <a:pt x="297006" y="240795"/>
                </a:moveTo>
                <a:lnTo>
                  <a:pt x="233362" y="177151"/>
                </a:lnTo>
                <a:lnTo>
                  <a:pt x="169718" y="240795"/>
                </a:lnTo>
              </a:path>
            </a:pathLst>
          </a:custGeom>
          <a:noFill/>
          <a:ln w="15909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26752" y="2394953"/>
            <a:ext cx="498547" cy="498547"/>
          </a:xfrm>
          <a:custGeom>
            <a:avLst/>
            <a:gdLst/>
            <a:ahLst/>
            <a:cxnLst/>
            <a:rect l="0" t="0" r="0" b="0"/>
            <a:pathLst>
              <a:path w="498547" h="498547">
                <a:moveTo>
                  <a:pt x="307614" y="286399"/>
                </a:moveTo>
                <a:lnTo>
                  <a:pt x="477332" y="286399"/>
                </a:lnTo>
                <a:cubicBezTo>
                  <a:pt x="477332" y="286399"/>
                  <a:pt x="498547" y="286399"/>
                  <a:pt x="498547" y="307614"/>
                </a:cubicBezTo>
                <a:lnTo>
                  <a:pt x="498547" y="477332"/>
                </a:lnTo>
                <a:cubicBezTo>
                  <a:pt x="498547" y="477332"/>
                  <a:pt x="498547" y="498547"/>
                  <a:pt x="477332" y="498547"/>
                </a:cubicBezTo>
                <a:lnTo>
                  <a:pt x="307614" y="498547"/>
                </a:lnTo>
                <a:cubicBezTo>
                  <a:pt x="307614" y="498547"/>
                  <a:pt x="286399" y="498547"/>
                  <a:pt x="286399" y="477332"/>
                </a:cubicBezTo>
                <a:lnTo>
                  <a:pt x="286399" y="307614"/>
                </a:lnTo>
                <a:cubicBezTo>
                  <a:pt x="286399" y="307614"/>
                  <a:pt x="286399" y="286399"/>
                  <a:pt x="307614" y="286399"/>
                </a:cubicBezTo>
                <a:moveTo>
                  <a:pt x="0" y="0"/>
                </a:moveTo>
                <a:moveTo>
                  <a:pt x="350043" y="350043"/>
                </a:moveTo>
                <a:lnTo>
                  <a:pt x="434902" y="350043"/>
                </a:lnTo>
                <a:moveTo>
                  <a:pt x="0" y="0"/>
                </a:moveTo>
                <a:moveTo>
                  <a:pt x="350043" y="392473"/>
                </a:moveTo>
                <a:lnTo>
                  <a:pt x="434902" y="392473"/>
                </a:lnTo>
                <a:moveTo>
                  <a:pt x="0" y="0"/>
                </a:moveTo>
                <a:moveTo>
                  <a:pt x="350043" y="434902"/>
                </a:moveTo>
                <a:lnTo>
                  <a:pt x="392473" y="434902"/>
                </a:lnTo>
                <a:moveTo>
                  <a:pt x="222755" y="328828"/>
                </a:moveTo>
                <a:lnTo>
                  <a:pt x="10607" y="328828"/>
                </a:lnTo>
                <a:cubicBezTo>
                  <a:pt x="10608" y="276054"/>
                  <a:pt x="43175" y="228754"/>
                  <a:pt x="92476" y="209922"/>
                </a:cubicBezTo>
                <a:cubicBezTo>
                  <a:pt x="141776" y="191091"/>
                  <a:pt x="197584" y="204635"/>
                  <a:pt x="232768" y="243969"/>
                </a:cubicBezTo>
                <a:moveTo>
                  <a:pt x="58340" y="90162"/>
                </a:moveTo>
                <a:cubicBezTo>
                  <a:pt x="58340" y="134100"/>
                  <a:pt x="93958" y="169718"/>
                  <a:pt x="137896" y="169718"/>
                </a:cubicBezTo>
                <a:cubicBezTo>
                  <a:pt x="181833" y="169718"/>
                  <a:pt x="217451" y="134100"/>
                  <a:pt x="217451" y="90162"/>
                </a:cubicBezTo>
                <a:cubicBezTo>
                  <a:pt x="217451" y="46225"/>
                  <a:pt x="181833" y="10607"/>
                  <a:pt x="137896" y="10607"/>
                </a:cubicBezTo>
                <a:cubicBezTo>
                  <a:pt x="93958" y="10607"/>
                  <a:pt x="58340" y="46225"/>
                  <a:pt x="58340" y="90162"/>
                </a:cubicBezTo>
                <a:moveTo>
                  <a:pt x="259880" y="90162"/>
                </a:moveTo>
                <a:cubicBezTo>
                  <a:pt x="259880" y="134100"/>
                  <a:pt x="295499" y="169718"/>
                  <a:pt x="339436" y="169718"/>
                </a:cubicBezTo>
                <a:cubicBezTo>
                  <a:pt x="383373" y="169718"/>
                  <a:pt x="418991" y="134100"/>
                  <a:pt x="418991" y="90162"/>
                </a:cubicBezTo>
                <a:cubicBezTo>
                  <a:pt x="418991" y="46225"/>
                  <a:pt x="383373" y="10607"/>
                  <a:pt x="339436" y="10607"/>
                </a:cubicBezTo>
                <a:cubicBezTo>
                  <a:pt x="295499" y="10607"/>
                  <a:pt x="259880" y="46225"/>
                  <a:pt x="259880" y="90162"/>
                </a:cubicBezTo>
                <a:moveTo>
                  <a:pt x="434202" y="243842"/>
                </a:moveTo>
                <a:cubicBezTo>
                  <a:pt x="393982" y="198977"/>
                  <a:pt x="327815" y="188458"/>
                  <a:pt x="275664" y="218639"/>
                </a:cubicBezTo>
              </a:path>
            </a:pathLst>
          </a:custGeom>
          <a:noFill/>
          <a:ln w="15909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18467" y="2787421"/>
            <a:ext cx="488406" cy="487943"/>
          </a:xfrm>
          <a:custGeom>
            <a:avLst/>
            <a:gdLst/>
            <a:ahLst/>
            <a:cxnLst/>
            <a:rect l="0" t="0" r="0" b="0"/>
            <a:pathLst>
              <a:path w="488406" h="487943">
                <a:moveTo>
                  <a:pt x="350043" y="265188"/>
                </a:moveTo>
                <a:cubicBezTo>
                  <a:pt x="350043" y="247613"/>
                  <a:pt x="335796" y="233366"/>
                  <a:pt x="318221" y="233366"/>
                </a:cubicBezTo>
                <a:lnTo>
                  <a:pt x="127288" y="233366"/>
                </a:lnTo>
                <a:lnTo>
                  <a:pt x="104800" y="210857"/>
                </a:lnTo>
                <a:cubicBezTo>
                  <a:pt x="98830" y="204890"/>
                  <a:pt x="90733" y="201540"/>
                  <a:pt x="82292" y="201544"/>
                </a:cubicBezTo>
                <a:lnTo>
                  <a:pt x="31822" y="201544"/>
                </a:lnTo>
                <a:cubicBezTo>
                  <a:pt x="14247" y="201544"/>
                  <a:pt x="0" y="215791"/>
                  <a:pt x="0" y="233366"/>
                </a:cubicBezTo>
                <a:lnTo>
                  <a:pt x="0" y="456121"/>
                </a:lnTo>
                <a:cubicBezTo>
                  <a:pt x="0" y="473696"/>
                  <a:pt x="14247" y="487943"/>
                  <a:pt x="31822" y="487943"/>
                </a:cubicBezTo>
                <a:lnTo>
                  <a:pt x="318221" y="487943"/>
                </a:lnTo>
                <a:cubicBezTo>
                  <a:pt x="335796" y="487943"/>
                  <a:pt x="350043" y="473696"/>
                  <a:pt x="350043" y="456121"/>
                </a:cubicBezTo>
                <a:close/>
                <a:moveTo>
                  <a:pt x="387169" y="387173"/>
                </a:moveTo>
                <a:cubicBezTo>
                  <a:pt x="404744" y="387173"/>
                  <a:pt x="418991" y="372926"/>
                  <a:pt x="418991" y="355351"/>
                </a:cubicBezTo>
                <a:lnTo>
                  <a:pt x="418991" y="164418"/>
                </a:lnTo>
                <a:cubicBezTo>
                  <a:pt x="418991" y="146843"/>
                  <a:pt x="404744" y="132596"/>
                  <a:pt x="387169" y="132596"/>
                </a:cubicBezTo>
                <a:lnTo>
                  <a:pt x="196236" y="132596"/>
                </a:lnTo>
                <a:lnTo>
                  <a:pt x="173748" y="110087"/>
                </a:lnTo>
                <a:cubicBezTo>
                  <a:pt x="167778" y="104120"/>
                  <a:pt x="159681" y="100770"/>
                  <a:pt x="151240" y="100773"/>
                </a:cubicBezTo>
                <a:lnTo>
                  <a:pt x="100770" y="100773"/>
                </a:lnTo>
                <a:cubicBezTo>
                  <a:pt x="83195" y="100773"/>
                  <a:pt x="68948" y="115021"/>
                  <a:pt x="68948" y="132596"/>
                </a:cubicBezTo>
                <a:lnTo>
                  <a:pt x="68948" y="153556"/>
                </a:lnTo>
                <a:moveTo>
                  <a:pt x="456584" y="286403"/>
                </a:moveTo>
                <a:cubicBezTo>
                  <a:pt x="474159" y="286403"/>
                  <a:pt x="488406" y="272155"/>
                  <a:pt x="488406" y="254581"/>
                </a:cubicBezTo>
                <a:lnTo>
                  <a:pt x="488406" y="63648"/>
                </a:lnTo>
                <a:cubicBezTo>
                  <a:pt x="488406" y="46073"/>
                  <a:pt x="474159" y="31825"/>
                  <a:pt x="456584" y="31825"/>
                </a:cubicBezTo>
                <a:lnTo>
                  <a:pt x="265651" y="31825"/>
                </a:lnTo>
                <a:lnTo>
                  <a:pt x="243163" y="9317"/>
                </a:lnTo>
                <a:cubicBezTo>
                  <a:pt x="237192" y="3350"/>
                  <a:pt x="229096" y="0"/>
                  <a:pt x="220654" y="3"/>
                </a:cubicBezTo>
                <a:lnTo>
                  <a:pt x="170184" y="3"/>
                </a:lnTo>
                <a:cubicBezTo>
                  <a:pt x="152610" y="3"/>
                  <a:pt x="138362" y="14251"/>
                  <a:pt x="138362" y="31825"/>
                </a:cubicBezTo>
                <a:lnTo>
                  <a:pt x="138362" y="52786"/>
                </a:lnTo>
              </a:path>
            </a:pathLst>
          </a:custGeom>
          <a:noFill/>
          <a:ln w="15909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64473" y="2787425"/>
            <a:ext cx="487939" cy="487939"/>
          </a:xfrm>
          <a:custGeom>
            <a:avLst/>
            <a:gdLst/>
            <a:ahLst/>
            <a:cxnLst/>
            <a:rect l="0" t="0" r="0" b="0"/>
            <a:pathLst>
              <a:path w="487939" h="487939">
                <a:moveTo>
                  <a:pt x="297006" y="381865"/>
                </a:moveTo>
                <a:lnTo>
                  <a:pt x="21214" y="381865"/>
                </a:lnTo>
                <a:cubicBezTo>
                  <a:pt x="9498" y="381865"/>
                  <a:pt x="0" y="372367"/>
                  <a:pt x="0" y="360651"/>
                </a:cubicBezTo>
                <a:lnTo>
                  <a:pt x="0" y="21214"/>
                </a:lnTo>
                <a:cubicBezTo>
                  <a:pt x="0" y="9498"/>
                  <a:pt x="9498" y="0"/>
                  <a:pt x="21214" y="0"/>
                </a:cubicBezTo>
                <a:lnTo>
                  <a:pt x="445510" y="0"/>
                </a:lnTo>
                <a:cubicBezTo>
                  <a:pt x="457226" y="0"/>
                  <a:pt x="466725" y="9498"/>
                  <a:pt x="466725" y="21214"/>
                </a:cubicBezTo>
                <a:lnTo>
                  <a:pt x="466725" y="201540"/>
                </a:lnTo>
                <a:moveTo>
                  <a:pt x="92432" y="256295"/>
                </a:moveTo>
                <a:lnTo>
                  <a:pt x="121178" y="301589"/>
                </a:lnTo>
                <a:moveTo>
                  <a:pt x="251395" y="54564"/>
                </a:moveTo>
                <a:lnTo>
                  <a:pt x="360651" y="226679"/>
                </a:lnTo>
                <a:moveTo>
                  <a:pt x="354901" y="217621"/>
                </a:moveTo>
                <a:lnTo>
                  <a:pt x="257144" y="63623"/>
                </a:lnTo>
                <a:lnTo>
                  <a:pt x="98181" y="265354"/>
                </a:lnTo>
                <a:lnTo>
                  <a:pt x="115429" y="292551"/>
                </a:lnTo>
                <a:close/>
                <a:moveTo>
                  <a:pt x="167172" y="276343"/>
                </a:moveTo>
                <a:lnTo>
                  <a:pt x="182383" y="299679"/>
                </a:lnTo>
                <a:cubicBezTo>
                  <a:pt x="187269" y="307737"/>
                  <a:pt x="195167" y="313513"/>
                  <a:pt x="204326" y="315727"/>
                </a:cubicBezTo>
                <a:cubicBezTo>
                  <a:pt x="213486" y="317941"/>
                  <a:pt x="223150" y="316411"/>
                  <a:pt x="231177" y="311475"/>
                </a:cubicBezTo>
                <a:cubicBezTo>
                  <a:pt x="231771" y="311114"/>
                  <a:pt x="232365" y="310754"/>
                  <a:pt x="232938" y="310350"/>
                </a:cubicBezTo>
                <a:cubicBezTo>
                  <a:pt x="249768" y="298225"/>
                  <a:pt x="254233" y="275084"/>
                  <a:pt x="243121" y="257568"/>
                </a:cubicBezTo>
                <a:lnTo>
                  <a:pt x="240299" y="253474"/>
                </a:lnTo>
                <a:moveTo>
                  <a:pt x="392473" y="265184"/>
                </a:moveTo>
                <a:lnTo>
                  <a:pt x="456117" y="265184"/>
                </a:lnTo>
                <a:cubicBezTo>
                  <a:pt x="456117" y="265184"/>
                  <a:pt x="487939" y="265184"/>
                  <a:pt x="487939" y="297006"/>
                </a:cubicBezTo>
                <a:lnTo>
                  <a:pt x="487939" y="456117"/>
                </a:lnTo>
                <a:cubicBezTo>
                  <a:pt x="487939" y="456117"/>
                  <a:pt x="487939" y="487939"/>
                  <a:pt x="456117" y="487939"/>
                </a:cubicBezTo>
                <a:lnTo>
                  <a:pt x="392473" y="487939"/>
                </a:lnTo>
                <a:cubicBezTo>
                  <a:pt x="392473" y="487939"/>
                  <a:pt x="360651" y="487939"/>
                  <a:pt x="360651" y="456117"/>
                </a:cubicBezTo>
                <a:lnTo>
                  <a:pt x="360651" y="297006"/>
                </a:lnTo>
                <a:cubicBezTo>
                  <a:pt x="360651" y="297006"/>
                  <a:pt x="360651" y="265184"/>
                  <a:pt x="392473" y="265184"/>
                </a:cubicBezTo>
                <a:moveTo>
                  <a:pt x="424295" y="328828"/>
                </a:moveTo>
                <a:cubicBezTo>
                  <a:pt x="427626" y="328828"/>
                  <a:pt x="416339" y="327598"/>
                  <a:pt x="416339" y="336784"/>
                </a:cubicBezTo>
                <a:cubicBezTo>
                  <a:pt x="416339" y="341178"/>
                  <a:pt x="419901" y="344740"/>
                  <a:pt x="424295" y="344740"/>
                </a:cubicBezTo>
                <a:cubicBezTo>
                  <a:pt x="428689" y="344740"/>
                  <a:pt x="432251" y="341178"/>
                  <a:pt x="432251" y="336784"/>
                </a:cubicBezTo>
                <a:cubicBezTo>
                  <a:pt x="432251" y="332390"/>
                  <a:pt x="428689" y="328828"/>
                  <a:pt x="424295" y="328828"/>
                </a:cubicBezTo>
                <a:moveTo>
                  <a:pt x="424295" y="403080"/>
                </a:moveTo>
                <a:cubicBezTo>
                  <a:pt x="427626" y="403080"/>
                  <a:pt x="416339" y="401850"/>
                  <a:pt x="416339" y="411036"/>
                </a:cubicBezTo>
                <a:cubicBezTo>
                  <a:pt x="416339" y="415429"/>
                  <a:pt x="419901" y="418991"/>
                  <a:pt x="424295" y="418991"/>
                </a:cubicBezTo>
                <a:cubicBezTo>
                  <a:pt x="428689" y="418991"/>
                  <a:pt x="432251" y="415429"/>
                  <a:pt x="432251" y="411036"/>
                </a:cubicBezTo>
                <a:cubicBezTo>
                  <a:pt x="432251" y="406642"/>
                  <a:pt x="428689" y="403080"/>
                  <a:pt x="424295" y="403080"/>
                </a:cubicBezTo>
              </a:path>
            </a:pathLst>
          </a:custGeom>
          <a:noFill/>
          <a:ln w="15909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10246" y="2851070"/>
            <a:ext cx="487939" cy="381865"/>
          </a:xfrm>
          <a:custGeom>
            <a:avLst/>
            <a:gdLst/>
            <a:ahLst/>
            <a:cxnLst/>
            <a:rect l="0" t="0" r="0" b="0"/>
            <a:pathLst>
              <a:path w="487939" h="381865">
                <a:moveTo>
                  <a:pt x="487939" y="339436"/>
                </a:moveTo>
                <a:cubicBezTo>
                  <a:pt x="487939" y="362869"/>
                  <a:pt x="468943" y="381865"/>
                  <a:pt x="445510" y="381865"/>
                </a:cubicBezTo>
                <a:lnTo>
                  <a:pt x="42429" y="381865"/>
                </a:lnTo>
                <a:cubicBezTo>
                  <a:pt x="18996" y="381865"/>
                  <a:pt x="0" y="362869"/>
                  <a:pt x="0" y="339436"/>
                </a:cubicBezTo>
                <a:lnTo>
                  <a:pt x="0" y="42429"/>
                </a:lnTo>
                <a:cubicBezTo>
                  <a:pt x="0" y="18996"/>
                  <a:pt x="18996" y="0"/>
                  <a:pt x="42429" y="0"/>
                </a:cubicBezTo>
                <a:lnTo>
                  <a:pt x="445510" y="0"/>
                </a:lnTo>
                <a:cubicBezTo>
                  <a:pt x="468943" y="0"/>
                  <a:pt x="487939" y="18996"/>
                  <a:pt x="487939" y="42429"/>
                </a:cubicBezTo>
                <a:close/>
                <a:moveTo>
                  <a:pt x="0" y="106031"/>
                </a:moveTo>
                <a:lnTo>
                  <a:pt x="487939" y="106031"/>
                </a:lnTo>
                <a:moveTo>
                  <a:pt x="79555" y="42387"/>
                </a:moveTo>
                <a:lnTo>
                  <a:pt x="79555" y="42387"/>
                </a:lnTo>
                <a:moveTo>
                  <a:pt x="79555" y="42429"/>
                </a:moveTo>
                <a:cubicBezTo>
                  <a:pt x="76626" y="42429"/>
                  <a:pt x="74251" y="44804"/>
                  <a:pt x="74251" y="47733"/>
                </a:cubicBezTo>
                <a:cubicBezTo>
                  <a:pt x="74251" y="50662"/>
                  <a:pt x="76626" y="53036"/>
                  <a:pt x="79555" y="53036"/>
                </a:cubicBezTo>
                <a:cubicBezTo>
                  <a:pt x="82484" y="53036"/>
                  <a:pt x="84859" y="50662"/>
                  <a:pt x="84859" y="47733"/>
                </a:cubicBezTo>
                <a:cubicBezTo>
                  <a:pt x="84864" y="46324"/>
                  <a:pt x="84307" y="44972"/>
                  <a:pt x="83311" y="43976"/>
                </a:cubicBezTo>
                <a:cubicBezTo>
                  <a:pt x="82316" y="42980"/>
                  <a:pt x="80963" y="42423"/>
                  <a:pt x="79555" y="42429"/>
                </a:cubicBezTo>
                <a:moveTo>
                  <a:pt x="143199" y="42387"/>
                </a:moveTo>
                <a:lnTo>
                  <a:pt x="143199" y="42387"/>
                </a:lnTo>
                <a:moveTo>
                  <a:pt x="143199" y="42429"/>
                </a:moveTo>
                <a:cubicBezTo>
                  <a:pt x="140270" y="42429"/>
                  <a:pt x="137896" y="44804"/>
                  <a:pt x="137896" y="47733"/>
                </a:cubicBezTo>
                <a:cubicBezTo>
                  <a:pt x="137896" y="50662"/>
                  <a:pt x="140270" y="53036"/>
                  <a:pt x="143199" y="53036"/>
                </a:cubicBezTo>
                <a:cubicBezTo>
                  <a:pt x="146128" y="53036"/>
                  <a:pt x="148503" y="50662"/>
                  <a:pt x="148503" y="47733"/>
                </a:cubicBezTo>
                <a:cubicBezTo>
                  <a:pt x="148509" y="46324"/>
                  <a:pt x="147952" y="44972"/>
                  <a:pt x="146956" y="43976"/>
                </a:cubicBezTo>
                <a:cubicBezTo>
                  <a:pt x="145960" y="42980"/>
                  <a:pt x="144608" y="42423"/>
                  <a:pt x="143199" y="42429"/>
                </a:cubicBezTo>
                <a:moveTo>
                  <a:pt x="206844" y="42387"/>
                </a:moveTo>
                <a:lnTo>
                  <a:pt x="206844" y="42387"/>
                </a:lnTo>
                <a:moveTo>
                  <a:pt x="206844" y="42429"/>
                </a:moveTo>
                <a:cubicBezTo>
                  <a:pt x="203914" y="42429"/>
                  <a:pt x="201540" y="44804"/>
                  <a:pt x="201540" y="47733"/>
                </a:cubicBezTo>
                <a:cubicBezTo>
                  <a:pt x="201540" y="50662"/>
                  <a:pt x="203914" y="53036"/>
                  <a:pt x="206844" y="53036"/>
                </a:cubicBezTo>
                <a:cubicBezTo>
                  <a:pt x="209773" y="53036"/>
                  <a:pt x="212147" y="50662"/>
                  <a:pt x="212147" y="47733"/>
                </a:cubicBezTo>
                <a:cubicBezTo>
                  <a:pt x="212153" y="46324"/>
                  <a:pt x="211596" y="44972"/>
                  <a:pt x="210600" y="43976"/>
                </a:cubicBezTo>
                <a:cubicBezTo>
                  <a:pt x="209604" y="42980"/>
                  <a:pt x="208252" y="42423"/>
                  <a:pt x="206844" y="42429"/>
                </a:cubicBezTo>
                <a:moveTo>
                  <a:pt x="63644" y="243969"/>
                </a:moveTo>
                <a:cubicBezTo>
                  <a:pt x="63644" y="273261"/>
                  <a:pt x="87389" y="297006"/>
                  <a:pt x="116681" y="297006"/>
                </a:cubicBezTo>
                <a:lnTo>
                  <a:pt x="371258" y="297006"/>
                </a:lnTo>
                <a:cubicBezTo>
                  <a:pt x="400550" y="297006"/>
                  <a:pt x="424295" y="273261"/>
                  <a:pt x="424295" y="243969"/>
                </a:cubicBezTo>
                <a:cubicBezTo>
                  <a:pt x="424295" y="214678"/>
                  <a:pt x="400550" y="190932"/>
                  <a:pt x="371258" y="190932"/>
                </a:cubicBezTo>
                <a:lnTo>
                  <a:pt x="116681" y="190932"/>
                </a:lnTo>
                <a:cubicBezTo>
                  <a:pt x="87389" y="190932"/>
                  <a:pt x="63644" y="214678"/>
                  <a:pt x="63644" y="243969"/>
                </a:cubicBezTo>
                <a:close/>
                <a:moveTo>
                  <a:pt x="80213" y="282368"/>
                </a:moveTo>
                <a:lnTo>
                  <a:pt x="171691" y="190890"/>
                </a:lnTo>
                <a:moveTo>
                  <a:pt x="129282" y="296964"/>
                </a:moveTo>
                <a:lnTo>
                  <a:pt x="235335" y="190890"/>
                </a:lnTo>
                <a:moveTo>
                  <a:pt x="192927" y="296964"/>
                </a:moveTo>
                <a:lnTo>
                  <a:pt x="298979" y="190890"/>
                </a:lnTo>
              </a:path>
            </a:pathLst>
          </a:custGeom>
          <a:noFill/>
          <a:ln w="15909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21655" y="3795129"/>
            <a:ext cx="2173585" cy="2291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1">
                <a:solidFill>
                  <a:srgbClr val="68D5E9"/>
                </a:solidFill>
                <a:latin typeface="Montserrat"/>
              </a:rPr>
              <a:t>Course Publication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8901" y="3795129"/>
            <a:ext cx="2070619" cy="2291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1">
                <a:solidFill>
                  <a:srgbClr val="68D5E9"/>
                </a:solidFill>
                <a:latin typeface="Montserrat"/>
              </a:rPr>
              <a:t>Progress Tracking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993615" y="3795130"/>
            <a:ext cx="1338100" cy="458199"/>
            <a:chOff x="1993615" y="3790368"/>
            <a:chExt cx="1338100" cy="458199"/>
          </a:xfrm>
        </p:grpSpPr>
        <p:sp>
          <p:nvSpPr>
            <p:cNvPr id="20" name="TextBox 19"/>
            <p:cNvSpPr txBox="1"/>
            <p:nvPr/>
          </p:nvSpPr>
          <p:spPr>
            <a:xfrm>
              <a:off x="1893258" y="3790368"/>
              <a:ext cx="1538815" cy="2290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68D5E9"/>
                  </a:solidFill>
                  <a:latin typeface="Montserrat"/>
                </a:rPr>
                <a:t>Resource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893258" y="4019444"/>
              <a:ext cx="1538815" cy="2291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68D5E9"/>
                  </a:solidFill>
                  <a:latin typeface="Montserrat"/>
                </a:rPr>
                <a:t>Management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78867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61C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28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902969" y="3224505"/>
            <a:ext cx="7338060" cy="1270048"/>
            <a:chOff x="902969" y="3219743"/>
            <a:chExt cx="7338060" cy="1270048"/>
          </a:xfrm>
        </p:grpSpPr>
        <p:sp>
          <p:nvSpPr>
            <p:cNvPr id="2" name="Rounded Rectangle 1"/>
            <p:cNvSpPr/>
            <p:nvPr/>
          </p:nvSpPr>
          <p:spPr>
            <a:xfrm>
              <a:off x="902969" y="3219743"/>
              <a:ext cx="7338060" cy="141116"/>
            </a:xfrm>
            <a:custGeom>
              <a:avLst/>
              <a:gdLst/>
              <a:ahLst/>
              <a:cxnLst/>
              <a:rect l="0" t="0" r="0" b="0"/>
              <a:pathLst>
                <a:path w="7338060" h="141116">
                  <a:moveTo>
                    <a:pt x="0" y="0"/>
                  </a:moveTo>
                  <a:lnTo>
                    <a:pt x="7338060" y="0"/>
                  </a:lnTo>
                  <a:lnTo>
                    <a:pt x="7338060" y="141116"/>
                  </a:lnTo>
                  <a:lnTo>
                    <a:pt x="0" y="14111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7637">
              <a:solidFill>
                <a:srgbClr val="C5C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012133" y="3373228"/>
              <a:ext cx="1119732" cy="1116563"/>
            </a:xfrm>
            <a:custGeom>
              <a:avLst/>
              <a:gdLst/>
              <a:ahLst/>
              <a:cxnLst/>
              <a:rect l="0" t="0" r="0" b="0"/>
              <a:pathLst>
                <a:path w="1119732" h="1116563">
                  <a:moveTo>
                    <a:pt x="549347" y="8668"/>
                  </a:moveTo>
                  <a:cubicBezTo>
                    <a:pt x="553682" y="0"/>
                    <a:pt x="566051" y="0"/>
                    <a:pt x="570384" y="8668"/>
                  </a:cubicBezTo>
                  <a:lnTo>
                    <a:pt x="1115823" y="1099544"/>
                  </a:lnTo>
                  <a:cubicBezTo>
                    <a:pt x="1119732" y="1107363"/>
                    <a:pt x="1114046" y="1116563"/>
                    <a:pt x="1105304" y="1116563"/>
                  </a:cubicBezTo>
                  <a:lnTo>
                    <a:pt x="14427" y="1116563"/>
                  </a:lnTo>
                  <a:cubicBezTo>
                    <a:pt x="5685" y="1116563"/>
                    <a:pt x="0" y="1107363"/>
                    <a:pt x="3909" y="1099544"/>
                  </a:cubicBezTo>
                  <a:lnTo>
                    <a:pt x="549347" y="8668"/>
                  </a:lnTo>
                  <a:close/>
                </a:path>
              </a:pathLst>
            </a:custGeom>
            <a:noFill/>
            <a:ln w="17637">
              <a:solidFill>
                <a:srgbClr val="C5C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599044" y="376236"/>
            <a:ext cx="3945901" cy="3600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1">
                <a:solidFill>
                  <a:srgbClr val="68D5E9"/>
                </a:solidFill>
                <a:latin typeface="Montserrat"/>
              </a:rPr>
              <a:t>Learning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2326" y="1413508"/>
            <a:ext cx="446869" cy="517427"/>
          </a:xfrm>
          <a:custGeom>
            <a:avLst/>
            <a:gdLst/>
            <a:ahLst/>
            <a:cxnLst/>
            <a:rect l="0" t="0" r="0" b="0"/>
            <a:pathLst>
              <a:path w="446869" h="517427">
                <a:moveTo>
                  <a:pt x="70558" y="376310"/>
                </a:moveTo>
                <a:lnTo>
                  <a:pt x="23519" y="376310"/>
                </a:lnTo>
                <a:cubicBezTo>
                  <a:pt x="10530" y="376310"/>
                  <a:pt x="0" y="365780"/>
                  <a:pt x="0" y="352791"/>
                </a:cubicBezTo>
                <a:lnTo>
                  <a:pt x="0" y="23519"/>
                </a:lnTo>
                <a:cubicBezTo>
                  <a:pt x="0" y="10530"/>
                  <a:pt x="10530" y="0"/>
                  <a:pt x="23519" y="0"/>
                </a:cubicBezTo>
                <a:lnTo>
                  <a:pt x="282233" y="0"/>
                </a:lnTo>
                <a:cubicBezTo>
                  <a:pt x="295222" y="0"/>
                  <a:pt x="305752" y="10530"/>
                  <a:pt x="305752" y="23519"/>
                </a:cubicBezTo>
                <a:lnTo>
                  <a:pt x="305752" y="70558"/>
                </a:lnTo>
                <a:moveTo>
                  <a:pt x="141116" y="446869"/>
                </a:moveTo>
                <a:lnTo>
                  <a:pt x="94077" y="446869"/>
                </a:lnTo>
                <a:cubicBezTo>
                  <a:pt x="81088" y="446869"/>
                  <a:pt x="70558" y="436339"/>
                  <a:pt x="70558" y="423349"/>
                </a:cubicBezTo>
                <a:lnTo>
                  <a:pt x="70558" y="94077"/>
                </a:lnTo>
                <a:cubicBezTo>
                  <a:pt x="70558" y="81088"/>
                  <a:pt x="81088" y="70558"/>
                  <a:pt x="94077" y="70558"/>
                </a:cubicBezTo>
                <a:lnTo>
                  <a:pt x="352791" y="70558"/>
                </a:lnTo>
                <a:cubicBezTo>
                  <a:pt x="365780" y="70558"/>
                  <a:pt x="376310" y="81088"/>
                  <a:pt x="376310" y="94077"/>
                </a:cubicBezTo>
                <a:lnTo>
                  <a:pt x="376310" y="141116"/>
                </a:lnTo>
                <a:moveTo>
                  <a:pt x="164635" y="141116"/>
                </a:moveTo>
                <a:lnTo>
                  <a:pt x="423349" y="141116"/>
                </a:lnTo>
                <a:cubicBezTo>
                  <a:pt x="423349" y="141116"/>
                  <a:pt x="446869" y="141116"/>
                  <a:pt x="446869" y="164635"/>
                </a:cubicBezTo>
                <a:lnTo>
                  <a:pt x="446869" y="493907"/>
                </a:lnTo>
                <a:cubicBezTo>
                  <a:pt x="446869" y="493907"/>
                  <a:pt x="446869" y="517427"/>
                  <a:pt x="423349" y="517427"/>
                </a:cubicBezTo>
                <a:lnTo>
                  <a:pt x="164635" y="517427"/>
                </a:lnTo>
                <a:cubicBezTo>
                  <a:pt x="164635" y="517427"/>
                  <a:pt x="141116" y="517427"/>
                  <a:pt x="141116" y="493907"/>
                </a:cubicBezTo>
                <a:lnTo>
                  <a:pt x="141116" y="164635"/>
                </a:lnTo>
                <a:cubicBezTo>
                  <a:pt x="141116" y="164635"/>
                  <a:pt x="141116" y="141116"/>
                  <a:pt x="164635" y="141116"/>
                </a:cubicBezTo>
                <a:moveTo>
                  <a:pt x="258713" y="211674"/>
                </a:moveTo>
                <a:lnTo>
                  <a:pt x="215014" y="255373"/>
                </a:lnTo>
                <a:cubicBezTo>
                  <a:pt x="212426" y="257969"/>
                  <a:pt x="208747" y="259160"/>
                  <a:pt x="205129" y="258572"/>
                </a:cubicBezTo>
                <a:cubicBezTo>
                  <a:pt x="201511" y="257985"/>
                  <a:pt x="198397" y="255691"/>
                  <a:pt x="196763" y="252410"/>
                </a:cubicBezTo>
                <a:lnTo>
                  <a:pt x="188155" y="235194"/>
                </a:lnTo>
                <a:moveTo>
                  <a:pt x="305752" y="235194"/>
                </a:moveTo>
                <a:lnTo>
                  <a:pt x="399830" y="235194"/>
                </a:lnTo>
                <a:moveTo>
                  <a:pt x="258713" y="329271"/>
                </a:moveTo>
                <a:lnTo>
                  <a:pt x="215014" y="372971"/>
                </a:lnTo>
                <a:cubicBezTo>
                  <a:pt x="212426" y="375566"/>
                  <a:pt x="208747" y="376757"/>
                  <a:pt x="205129" y="376169"/>
                </a:cubicBezTo>
                <a:cubicBezTo>
                  <a:pt x="201511" y="375582"/>
                  <a:pt x="198397" y="373288"/>
                  <a:pt x="196763" y="370007"/>
                </a:cubicBezTo>
                <a:lnTo>
                  <a:pt x="188155" y="352791"/>
                </a:lnTo>
                <a:moveTo>
                  <a:pt x="305752" y="352791"/>
                </a:moveTo>
                <a:lnTo>
                  <a:pt x="399830" y="352791"/>
                </a:lnTo>
                <a:moveTo>
                  <a:pt x="352791" y="423349"/>
                </a:moveTo>
                <a:lnTo>
                  <a:pt x="305752" y="423349"/>
                </a:lnTo>
              </a:path>
            </a:pathLst>
          </a:custGeom>
          <a:noFill/>
          <a:ln w="17637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1698160" y="1418219"/>
            <a:ext cx="1796415" cy="508005"/>
            <a:chOff x="1698160" y="1413457"/>
            <a:chExt cx="1796415" cy="508005"/>
          </a:xfrm>
        </p:grpSpPr>
        <p:sp>
          <p:nvSpPr>
            <p:cNvPr id="7" name="TextBox 6"/>
            <p:cNvSpPr txBox="1"/>
            <p:nvPr/>
          </p:nvSpPr>
          <p:spPr>
            <a:xfrm>
              <a:off x="1698160" y="1413457"/>
              <a:ext cx="2065877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600" b="0">
                  <a:solidFill>
                    <a:srgbClr val="C5C8E8"/>
                  </a:solidFill>
                  <a:latin typeface="Montserrat"/>
                </a:rPr>
                <a:t>Unit Completion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98160" y="1667393"/>
              <a:ext cx="2065877" cy="254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600" b="0">
                  <a:solidFill>
                    <a:srgbClr val="C5C8E8"/>
                  </a:solidFill>
                  <a:latin typeface="Montserrat"/>
                </a:rPr>
                <a:t>Focus</a:t>
              </a:r>
            </a:p>
          </p:txBody>
        </p:sp>
      </p:grpSp>
      <p:sp>
        <p:nvSpPr>
          <p:cNvPr id="10" name="Rounded Rectangle 9"/>
          <p:cNvSpPr/>
          <p:nvPr/>
        </p:nvSpPr>
        <p:spPr>
          <a:xfrm>
            <a:off x="5633688" y="1883843"/>
            <a:ext cx="549391" cy="508074"/>
          </a:xfrm>
          <a:custGeom>
            <a:avLst/>
            <a:gdLst/>
            <a:ahLst/>
            <a:cxnLst/>
            <a:rect l="0" t="0" r="0" b="0"/>
            <a:pathLst>
              <a:path w="549391" h="508074">
                <a:moveTo>
                  <a:pt x="549391" y="271022"/>
                </a:moveTo>
                <a:cubicBezTo>
                  <a:pt x="549391" y="180736"/>
                  <a:pt x="476193" y="107549"/>
                  <a:pt x="385908" y="107562"/>
                </a:cubicBezTo>
                <a:lnTo>
                  <a:pt x="320712" y="107562"/>
                </a:lnTo>
                <a:cubicBezTo>
                  <a:pt x="231516" y="109074"/>
                  <a:pt x="160001" y="181813"/>
                  <a:pt x="160001" y="271022"/>
                </a:cubicBezTo>
                <a:cubicBezTo>
                  <a:pt x="160001" y="360230"/>
                  <a:pt x="231516" y="432969"/>
                  <a:pt x="320712" y="434482"/>
                </a:cubicBezTo>
                <a:lnTo>
                  <a:pt x="346089" y="434481"/>
                </a:lnTo>
                <a:lnTo>
                  <a:pt x="455972" y="508074"/>
                </a:lnTo>
                <a:lnTo>
                  <a:pt x="455972" y="418183"/>
                </a:lnTo>
                <a:cubicBezTo>
                  <a:pt x="512914" y="391281"/>
                  <a:pt x="549277" y="333998"/>
                  <a:pt x="549391" y="271022"/>
                </a:cubicBezTo>
                <a:close/>
                <a:moveTo>
                  <a:pt x="165131" y="220902"/>
                </a:moveTo>
                <a:lnTo>
                  <a:pt x="70324" y="293530"/>
                </a:lnTo>
                <a:lnTo>
                  <a:pt x="70324" y="205779"/>
                </a:lnTo>
                <a:cubicBezTo>
                  <a:pt x="24604" y="184157"/>
                  <a:pt x="0" y="133714"/>
                  <a:pt x="11106" y="84374"/>
                </a:cubicBezTo>
                <a:cubicBezTo>
                  <a:pt x="22213" y="35034"/>
                  <a:pt x="66059" y="0"/>
                  <a:pt x="116634" y="54"/>
                </a:cubicBezTo>
                <a:lnTo>
                  <a:pt x="178490" y="54"/>
                </a:lnTo>
                <a:cubicBezTo>
                  <a:pt x="211286" y="774"/>
                  <a:pt x="242164" y="15655"/>
                  <a:pt x="263160" y="40860"/>
                </a:cubicBezTo>
                <a:cubicBezTo>
                  <a:pt x="279912" y="60300"/>
                  <a:pt x="288268" y="85590"/>
                  <a:pt x="286397" y="111184"/>
                </a:cubicBezTo>
                <a:moveTo>
                  <a:pt x="356367" y="284145"/>
                </a:moveTo>
                <a:lnTo>
                  <a:pt x="356367" y="258274"/>
                </a:lnTo>
                <a:cubicBezTo>
                  <a:pt x="377335" y="258274"/>
                  <a:pt x="394332" y="241274"/>
                  <a:pt x="394328" y="220306"/>
                </a:cubicBezTo>
                <a:cubicBezTo>
                  <a:pt x="394323" y="199338"/>
                  <a:pt x="377319" y="182345"/>
                  <a:pt x="356351" y="182353"/>
                </a:cubicBezTo>
                <a:cubicBezTo>
                  <a:pt x="335383" y="182362"/>
                  <a:pt x="318394" y="199369"/>
                  <a:pt x="318407" y="220337"/>
                </a:cubicBezTo>
                <a:moveTo>
                  <a:pt x="353192" y="334171"/>
                </a:moveTo>
                <a:lnTo>
                  <a:pt x="353192" y="334171"/>
                </a:lnTo>
                <a:moveTo>
                  <a:pt x="353192" y="334171"/>
                </a:moveTo>
                <a:cubicBezTo>
                  <a:pt x="358388" y="334171"/>
                  <a:pt x="362600" y="338383"/>
                  <a:pt x="362600" y="343579"/>
                </a:cubicBezTo>
                <a:cubicBezTo>
                  <a:pt x="362600" y="348775"/>
                  <a:pt x="358388" y="352987"/>
                  <a:pt x="353192" y="352987"/>
                </a:cubicBezTo>
                <a:cubicBezTo>
                  <a:pt x="347996" y="352987"/>
                  <a:pt x="343784" y="348775"/>
                  <a:pt x="343784" y="343579"/>
                </a:cubicBezTo>
                <a:cubicBezTo>
                  <a:pt x="343784" y="338383"/>
                  <a:pt x="347996" y="334171"/>
                  <a:pt x="353192" y="334171"/>
                </a:cubicBezTo>
                <a:moveTo>
                  <a:pt x="71265" y="98530"/>
                </a:moveTo>
                <a:cubicBezTo>
                  <a:pt x="71263" y="103506"/>
                  <a:pt x="75297" y="107540"/>
                  <a:pt x="80273" y="107540"/>
                </a:cubicBezTo>
                <a:cubicBezTo>
                  <a:pt x="85249" y="107540"/>
                  <a:pt x="89282" y="103506"/>
                  <a:pt x="89281" y="98530"/>
                </a:cubicBezTo>
                <a:cubicBezTo>
                  <a:pt x="89282" y="93554"/>
                  <a:pt x="85249" y="89520"/>
                  <a:pt x="80273" y="89520"/>
                </a:cubicBezTo>
                <a:cubicBezTo>
                  <a:pt x="75297" y="89520"/>
                  <a:pt x="71263" y="93554"/>
                  <a:pt x="71265" y="98530"/>
                </a:cubicBezTo>
                <a:moveTo>
                  <a:pt x="129452" y="98530"/>
                </a:moveTo>
                <a:cubicBezTo>
                  <a:pt x="129450" y="103506"/>
                  <a:pt x="133484" y="107540"/>
                  <a:pt x="138460" y="107540"/>
                </a:cubicBezTo>
                <a:cubicBezTo>
                  <a:pt x="143436" y="107540"/>
                  <a:pt x="147469" y="103506"/>
                  <a:pt x="147468" y="98530"/>
                </a:cubicBezTo>
                <a:cubicBezTo>
                  <a:pt x="147469" y="93554"/>
                  <a:pt x="143436" y="89520"/>
                  <a:pt x="138460" y="89520"/>
                </a:cubicBezTo>
                <a:cubicBezTo>
                  <a:pt x="133484" y="89520"/>
                  <a:pt x="129450" y="93554"/>
                  <a:pt x="129452" y="98530"/>
                </a:cubicBezTo>
                <a:moveTo>
                  <a:pt x="187639" y="98530"/>
                </a:moveTo>
                <a:cubicBezTo>
                  <a:pt x="187638" y="103506"/>
                  <a:pt x="191671" y="107540"/>
                  <a:pt x="196647" y="107540"/>
                </a:cubicBezTo>
                <a:cubicBezTo>
                  <a:pt x="201623" y="107540"/>
                  <a:pt x="205656" y="103506"/>
                  <a:pt x="205655" y="98530"/>
                </a:cubicBezTo>
                <a:cubicBezTo>
                  <a:pt x="205656" y="93554"/>
                  <a:pt x="201623" y="89520"/>
                  <a:pt x="196647" y="89520"/>
                </a:cubicBezTo>
                <a:cubicBezTo>
                  <a:pt x="191671" y="89520"/>
                  <a:pt x="187638" y="93554"/>
                  <a:pt x="187639" y="98530"/>
                </a:cubicBezTo>
              </a:path>
            </a:pathLst>
          </a:custGeom>
          <a:noFill/>
          <a:ln w="17637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06" y="2010899"/>
            <a:ext cx="1936074" cy="2540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C5C8E8"/>
                </a:solidFill>
                <a:latin typeface="Montserrat"/>
              </a:rPr>
              <a:t>Q&amp;A Interaction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527" y="2377805"/>
            <a:ext cx="546826" cy="537418"/>
          </a:xfrm>
          <a:custGeom>
            <a:avLst/>
            <a:gdLst/>
            <a:ahLst/>
            <a:cxnLst/>
            <a:rect l="0" t="0" r="0" b="0"/>
            <a:pathLst>
              <a:path w="546826" h="537418">
                <a:moveTo>
                  <a:pt x="499787" y="241074"/>
                </a:moveTo>
                <a:lnTo>
                  <a:pt x="499787" y="111717"/>
                </a:lnTo>
                <a:moveTo>
                  <a:pt x="499787" y="111717"/>
                </a:moveTo>
                <a:cubicBezTo>
                  <a:pt x="525767" y="111717"/>
                  <a:pt x="546826" y="90657"/>
                  <a:pt x="546826" y="64678"/>
                </a:cubicBezTo>
                <a:cubicBezTo>
                  <a:pt x="546826" y="38699"/>
                  <a:pt x="525767" y="17639"/>
                  <a:pt x="499787" y="17639"/>
                </a:cubicBezTo>
                <a:cubicBezTo>
                  <a:pt x="473808" y="17639"/>
                  <a:pt x="452748" y="38699"/>
                  <a:pt x="452748" y="64678"/>
                </a:cubicBezTo>
                <a:cubicBezTo>
                  <a:pt x="452748" y="90657"/>
                  <a:pt x="473808" y="111717"/>
                  <a:pt x="499787" y="111717"/>
                </a:cubicBezTo>
                <a:close/>
                <a:moveTo>
                  <a:pt x="17639" y="495083"/>
                </a:moveTo>
                <a:cubicBezTo>
                  <a:pt x="17639" y="349263"/>
                  <a:pt x="135761" y="231665"/>
                  <a:pt x="282233" y="231665"/>
                </a:cubicBezTo>
                <a:cubicBezTo>
                  <a:pt x="428705" y="231665"/>
                  <a:pt x="546826" y="349263"/>
                  <a:pt x="546826" y="495083"/>
                </a:cubicBezTo>
                <a:moveTo>
                  <a:pt x="282233" y="537418"/>
                </a:moveTo>
                <a:cubicBezTo>
                  <a:pt x="301716" y="537418"/>
                  <a:pt x="317512" y="521623"/>
                  <a:pt x="317512" y="502139"/>
                </a:cubicBezTo>
                <a:cubicBezTo>
                  <a:pt x="317512" y="482653"/>
                  <a:pt x="301716" y="466860"/>
                  <a:pt x="282233" y="466860"/>
                </a:cubicBezTo>
                <a:cubicBezTo>
                  <a:pt x="262749" y="466860"/>
                  <a:pt x="246953" y="482653"/>
                  <a:pt x="246953" y="502139"/>
                </a:cubicBezTo>
                <a:cubicBezTo>
                  <a:pt x="246953" y="521623"/>
                  <a:pt x="262749" y="537418"/>
                  <a:pt x="282233" y="537418"/>
                </a:cubicBezTo>
                <a:close/>
                <a:moveTo>
                  <a:pt x="0" y="0"/>
                </a:moveTo>
                <a:moveTo>
                  <a:pt x="269297" y="469212"/>
                </a:moveTo>
                <a:lnTo>
                  <a:pt x="215203" y="318688"/>
                </a:lnTo>
                <a:moveTo>
                  <a:pt x="0" y="0"/>
                </a:moveTo>
                <a:moveTo>
                  <a:pt x="349263" y="318688"/>
                </a:moveTo>
                <a:lnTo>
                  <a:pt x="337503" y="351615"/>
                </a:lnTo>
                <a:moveTo>
                  <a:pt x="0" y="0"/>
                </a:moveTo>
                <a:moveTo>
                  <a:pt x="451572" y="405710"/>
                </a:moveTo>
                <a:lnTo>
                  <a:pt x="416293" y="426877"/>
                </a:lnTo>
                <a:moveTo>
                  <a:pt x="0" y="0"/>
                </a:moveTo>
                <a:moveTo>
                  <a:pt x="148172" y="426877"/>
                </a:moveTo>
                <a:lnTo>
                  <a:pt x="112892" y="405710"/>
                </a:lnTo>
                <a:moveTo>
                  <a:pt x="0" y="0"/>
                </a:moveTo>
                <a:moveTo>
                  <a:pt x="475092" y="535066"/>
                </a:moveTo>
                <a:lnTo>
                  <a:pt x="439813" y="530362"/>
                </a:lnTo>
                <a:moveTo>
                  <a:pt x="0" y="0"/>
                </a:moveTo>
                <a:moveTo>
                  <a:pt x="89373" y="535066"/>
                </a:moveTo>
                <a:lnTo>
                  <a:pt x="124652" y="530362"/>
                </a:lnTo>
              </a:path>
            </a:pathLst>
          </a:custGeom>
          <a:noFill/>
          <a:ln w="17637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42133" y="2544792"/>
            <a:ext cx="540946" cy="540946"/>
          </a:xfrm>
          <a:custGeom>
            <a:avLst/>
            <a:gdLst/>
            <a:ahLst/>
            <a:cxnLst/>
            <a:rect l="0" t="0" r="0" b="0"/>
            <a:pathLst>
              <a:path w="540946" h="540946">
                <a:moveTo>
                  <a:pt x="141116" y="188155"/>
                </a:moveTo>
                <a:cubicBezTo>
                  <a:pt x="141116" y="201144"/>
                  <a:pt x="151646" y="211674"/>
                  <a:pt x="164635" y="211674"/>
                </a:cubicBezTo>
                <a:lnTo>
                  <a:pt x="188155" y="211674"/>
                </a:lnTo>
                <a:lnTo>
                  <a:pt x="248670" y="272190"/>
                </a:lnTo>
                <a:cubicBezTo>
                  <a:pt x="250340" y="273864"/>
                  <a:pt x="252850" y="274375"/>
                  <a:pt x="255042" y="273488"/>
                </a:cubicBezTo>
                <a:cubicBezTo>
                  <a:pt x="257233" y="272600"/>
                  <a:pt x="258680" y="270485"/>
                  <a:pt x="258713" y="268121"/>
                </a:cubicBezTo>
                <a:lnTo>
                  <a:pt x="258713" y="211674"/>
                </a:lnTo>
                <a:lnTo>
                  <a:pt x="423349" y="211674"/>
                </a:lnTo>
                <a:cubicBezTo>
                  <a:pt x="436339" y="211674"/>
                  <a:pt x="446869" y="201144"/>
                  <a:pt x="446869" y="188155"/>
                </a:cubicBezTo>
                <a:lnTo>
                  <a:pt x="446869" y="23519"/>
                </a:lnTo>
                <a:cubicBezTo>
                  <a:pt x="446869" y="10530"/>
                  <a:pt x="436339" y="0"/>
                  <a:pt x="423349" y="0"/>
                </a:cubicBezTo>
                <a:lnTo>
                  <a:pt x="164635" y="0"/>
                </a:lnTo>
                <a:cubicBezTo>
                  <a:pt x="151646" y="0"/>
                  <a:pt x="141116" y="10530"/>
                  <a:pt x="141116" y="23519"/>
                </a:cubicBezTo>
                <a:close/>
                <a:moveTo>
                  <a:pt x="375581" y="70558"/>
                </a:moveTo>
                <a:lnTo>
                  <a:pt x="211674" y="70558"/>
                </a:lnTo>
                <a:moveTo>
                  <a:pt x="375581" y="141116"/>
                </a:moveTo>
                <a:lnTo>
                  <a:pt x="211674" y="141116"/>
                </a:lnTo>
                <a:moveTo>
                  <a:pt x="52918" y="311632"/>
                </a:moveTo>
                <a:cubicBezTo>
                  <a:pt x="52918" y="340858"/>
                  <a:pt x="76611" y="364551"/>
                  <a:pt x="105837" y="364551"/>
                </a:cubicBezTo>
                <a:cubicBezTo>
                  <a:pt x="135063" y="364551"/>
                  <a:pt x="158756" y="340858"/>
                  <a:pt x="158756" y="311632"/>
                </a:cubicBezTo>
                <a:cubicBezTo>
                  <a:pt x="158756" y="282406"/>
                  <a:pt x="135063" y="258713"/>
                  <a:pt x="105837" y="258713"/>
                </a:cubicBezTo>
                <a:cubicBezTo>
                  <a:pt x="76611" y="258713"/>
                  <a:pt x="52918" y="282406"/>
                  <a:pt x="52918" y="311632"/>
                </a:cubicBezTo>
                <a:close/>
                <a:moveTo>
                  <a:pt x="180370" y="417940"/>
                </a:moveTo>
                <a:cubicBezTo>
                  <a:pt x="152278" y="391448"/>
                  <a:pt x="112264" y="381802"/>
                  <a:pt x="75186" y="392583"/>
                </a:cubicBezTo>
                <a:cubicBezTo>
                  <a:pt x="38109" y="403365"/>
                  <a:pt x="9506" y="432963"/>
                  <a:pt x="0" y="470388"/>
                </a:cubicBezTo>
                <a:lnTo>
                  <a:pt x="141116" y="470388"/>
                </a:lnTo>
                <a:moveTo>
                  <a:pt x="382190" y="311632"/>
                </a:moveTo>
                <a:cubicBezTo>
                  <a:pt x="382190" y="340858"/>
                  <a:pt x="405883" y="364551"/>
                  <a:pt x="435109" y="364551"/>
                </a:cubicBezTo>
                <a:cubicBezTo>
                  <a:pt x="464335" y="364551"/>
                  <a:pt x="488028" y="340858"/>
                  <a:pt x="488028" y="311632"/>
                </a:cubicBezTo>
                <a:cubicBezTo>
                  <a:pt x="488028" y="282406"/>
                  <a:pt x="464335" y="258713"/>
                  <a:pt x="435109" y="258713"/>
                </a:cubicBezTo>
                <a:cubicBezTo>
                  <a:pt x="405883" y="258713"/>
                  <a:pt x="382190" y="282406"/>
                  <a:pt x="382190" y="311632"/>
                </a:cubicBezTo>
                <a:close/>
                <a:moveTo>
                  <a:pt x="360576" y="417940"/>
                </a:moveTo>
                <a:cubicBezTo>
                  <a:pt x="388668" y="391448"/>
                  <a:pt x="428682" y="381802"/>
                  <a:pt x="465760" y="392583"/>
                </a:cubicBezTo>
                <a:cubicBezTo>
                  <a:pt x="502837" y="403365"/>
                  <a:pt x="531440" y="432963"/>
                  <a:pt x="540946" y="470388"/>
                </a:cubicBezTo>
                <a:lnTo>
                  <a:pt x="399830" y="470388"/>
                </a:lnTo>
                <a:moveTo>
                  <a:pt x="217554" y="382190"/>
                </a:moveTo>
                <a:cubicBezTo>
                  <a:pt x="217554" y="411416"/>
                  <a:pt x="241247" y="435109"/>
                  <a:pt x="270473" y="435109"/>
                </a:cubicBezTo>
                <a:cubicBezTo>
                  <a:pt x="299699" y="435109"/>
                  <a:pt x="323392" y="411416"/>
                  <a:pt x="323392" y="382190"/>
                </a:cubicBezTo>
                <a:cubicBezTo>
                  <a:pt x="323392" y="352964"/>
                  <a:pt x="299699" y="329271"/>
                  <a:pt x="270473" y="329271"/>
                </a:cubicBezTo>
                <a:cubicBezTo>
                  <a:pt x="241247" y="329271"/>
                  <a:pt x="217554" y="352964"/>
                  <a:pt x="217554" y="382190"/>
                </a:cubicBezTo>
                <a:close/>
                <a:moveTo>
                  <a:pt x="376310" y="540946"/>
                </a:moveTo>
                <a:cubicBezTo>
                  <a:pt x="363973" y="492566"/>
                  <a:pt x="320401" y="458710"/>
                  <a:pt x="270473" y="458710"/>
                </a:cubicBezTo>
                <a:cubicBezTo>
                  <a:pt x="220545" y="458710"/>
                  <a:pt x="176972" y="492566"/>
                  <a:pt x="164635" y="540946"/>
                </a:cubicBezTo>
                <a:close/>
              </a:path>
            </a:pathLst>
          </a:custGeom>
          <a:noFill/>
          <a:ln w="17637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6" name="Group 15"/>
          <p:cNvGrpSpPr/>
          <p:nvPr/>
        </p:nvGrpSpPr>
        <p:grpSpPr>
          <a:xfrm>
            <a:off x="1698160" y="2406036"/>
            <a:ext cx="1169984" cy="508005"/>
            <a:chOff x="1698160" y="2401274"/>
            <a:chExt cx="1169984" cy="508005"/>
          </a:xfrm>
        </p:grpSpPr>
        <p:sp>
          <p:nvSpPr>
            <p:cNvPr id="14" name="TextBox 13"/>
            <p:cNvSpPr txBox="1"/>
            <p:nvPr/>
          </p:nvSpPr>
          <p:spPr>
            <a:xfrm>
              <a:off x="1698160" y="2401274"/>
              <a:ext cx="1345481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600" b="0">
                  <a:solidFill>
                    <a:srgbClr val="C5C8E8"/>
                  </a:solidFill>
                  <a:latin typeface="Montserrat"/>
                </a:rPr>
                <a:t>Real-time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698160" y="2655210"/>
              <a:ext cx="1345481" cy="254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600" b="0">
                  <a:solidFill>
                    <a:srgbClr val="C5C8E8"/>
                  </a:solidFill>
                  <a:latin typeface="Montserrat"/>
                </a:rPr>
                <a:t>Dashboard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355006" y="2688260"/>
            <a:ext cx="1894089" cy="2540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C5C8E8"/>
                </a:solidFill>
                <a:latin typeface="Montserrat"/>
              </a:rPr>
              <a:t>Interactive Q&amp;A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9977" y="3930087"/>
            <a:ext cx="2167199" cy="2540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600" b="0">
                <a:solidFill>
                  <a:srgbClr val="C5C8E8"/>
                </a:solidFill>
                <a:latin typeface="Montserrat"/>
              </a:rPr>
              <a:t>Progress Tracking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6278953" y="3958318"/>
            <a:ext cx="1313497" cy="508005"/>
            <a:chOff x="6278953" y="3953556"/>
            <a:chExt cx="1313497" cy="508005"/>
          </a:xfrm>
        </p:grpSpPr>
        <p:sp>
          <p:nvSpPr>
            <p:cNvPr id="19" name="TextBox 18"/>
            <p:cNvSpPr txBox="1"/>
            <p:nvPr/>
          </p:nvSpPr>
          <p:spPr>
            <a:xfrm>
              <a:off x="6180441" y="3953556"/>
              <a:ext cx="1510521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600" b="0">
                  <a:solidFill>
                    <a:srgbClr val="C5C8E8"/>
                  </a:solidFill>
                  <a:latin typeface="Montserrat"/>
                </a:rPr>
                <a:t>Community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180441" y="4207492"/>
              <a:ext cx="1510521" cy="254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600" b="0">
                  <a:solidFill>
                    <a:srgbClr val="C5C8E8"/>
                  </a:solidFill>
                  <a:latin typeface="Montserrat"/>
                </a:rPr>
                <a:t>Discussions</a:t>
              </a:r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2286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61C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4762"/>
            <a:ext cx="4467225" cy="2817523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390525" y="1595472"/>
            <a:ext cx="3647122" cy="720090"/>
            <a:chOff x="390525" y="1590710"/>
            <a:chExt cx="3647122" cy="720090"/>
          </a:xfrm>
        </p:grpSpPr>
        <p:sp>
          <p:nvSpPr>
            <p:cNvPr id="3" name="TextBox 2"/>
            <p:cNvSpPr txBox="1"/>
            <p:nvPr/>
          </p:nvSpPr>
          <p:spPr>
            <a:xfrm>
              <a:off x="390525" y="1590710"/>
              <a:ext cx="4194190" cy="360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68D5E9"/>
                  </a:solidFill>
                  <a:latin typeface="Montserrat"/>
                </a:rPr>
                <a:t>Mentorship &amp;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90525" y="1950755"/>
              <a:ext cx="4194190" cy="360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68D5E9"/>
                  </a:solidFill>
                  <a:latin typeface="Montserrat"/>
                </a:rPr>
                <a:t>Payment Workflow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90525" y="2410811"/>
            <a:ext cx="2913849" cy="411479"/>
            <a:chOff x="390525" y="2406049"/>
            <a:chExt cx="2913849" cy="411479"/>
          </a:xfrm>
        </p:grpSpPr>
        <p:sp>
          <p:nvSpPr>
            <p:cNvPr id="6" name="TextBox 5"/>
            <p:cNvSpPr txBox="1"/>
            <p:nvPr/>
          </p:nvSpPr>
          <p:spPr>
            <a:xfrm>
              <a:off x="390525" y="2406049"/>
              <a:ext cx="335092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C5C8E8"/>
                  </a:solidFill>
                  <a:latin typeface="Montserrat"/>
                </a:rPr>
                <a:t>Structured booking with secure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525" y="2611789"/>
              <a:ext cx="3350926" cy="205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C5C8E8"/>
                  </a:solidFill>
                  <a:latin typeface="Montserrat"/>
                </a:rPr>
                <a:t>transactions and invoices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90525" y="3289018"/>
            <a:ext cx="483783" cy="4114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200" b="0">
                <a:solidFill>
                  <a:srgbClr val="C5C8E8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5025" y="3289018"/>
            <a:ext cx="581818" cy="4114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200" b="0">
                <a:solidFill>
                  <a:srgbClr val="C5C8E8"/>
                </a:solidFill>
                <a:latin typeface="Montserra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9525" y="3289018"/>
            <a:ext cx="575071" cy="4114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200" b="0">
                <a:solidFill>
                  <a:srgbClr val="C5C8E8"/>
                </a:solidFill>
                <a:latin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4025" y="3289018"/>
            <a:ext cx="625819" cy="4114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200" b="0">
                <a:solidFill>
                  <a:srgbClr val="C5C8E8"/>
                </a:solidFill>
                <a:latin typeface="Montserrat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8525" y="3289018"/>
            <a:ext cx="580909" cy="4114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200" b="0">
                <a:solidFill>
                  <a:srgbClr val="C5C8E8"/>
                </a:solidFill>
                <a:latin typeface="Montserrat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525" y="3841467"/>
            <a:ext cx="1356807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68D5E9"/>
                </a:solidFill>
                <a:latin typeface="Montserrat"/>
              </a:rPr>
              <a:t>Request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5025" y="3841467"/>
            <a:ext cx="746497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68D5E9"/>
                </a:solidFill>
                <a:latin typeface="Montserrat"/>
              </a:rPr>
              <a:t>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9525" y="3841467"/>
            <a:ext cx="1192315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68D5E9"/>
                </a:solidFill>
                <a:latin typeface="Montserrat"/>
              </a:rPr>
              <a:t>Expert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4025" y="3841467"/>
            <a:ext cx="1606355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68D5E9"/>
                </a:solidFill>
                <a:latin typeface="Montserrat"/>
              </a:rPr>
              <a:t>Scheduled Meeting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7248525" y="3841467"/>
            <a:ext cx="1406204" cy="342900"/>
            <a:chOff x="7248525" y="3836705"/>
            <a:chExt cx="1406204" cy="342900"/>
          </a:xfrm>
        </p:grpSpPr>
        <p:sp>
          <p:nvSpPr>
            <p:cNvPr id="18" name="TextBox 17"/>
            <p:cNvSpPr txBox="1"/>
            <p:nvPr/>
          </p:nvSpPr>
          <p:spPr>
            <a:xfrm>
              <a:off x="7248525" y="3836705"/>
              <a:ext cx="1617134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68D5E9"/>
                  </a:solidFill>
                  <a:latin typeface="Montserrat"/>
                </a:rPr>
                <a:t>Automated Invoice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48525" y="4008155"/>
              <a:ext cx="1617134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68D5E9"/>
                  </a:solidFill>
                  <a:latin typeface="Montserrat"/>
                </a:rPr>
                <a:t>Generation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90525" y="4117696"/>
            <a:ext cx="1409385" cy="274280"/>
            <a:chOff x="390525" y="4112934"/>
            <a:chExt cx="1409385" cy="274280"/>
          </a:xfrm>
        </p:grpSpPr>
        <p:sp>
          <p:nvSpPr>
            <p:cNvPr id="21" name="TextBox 20"/>
            <p:cNvSpPr txBox="1"/>
            <p:nvPr/>
          </p:nvSpPr>
          <p:spPr>
            <a:xfrm>
              <a:off x="390525" y="4112934"/>
              <a:ext cx="162079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C5C8E8"/>
                  </a:solidFill>
                  <a:latin typeface="Montserrat"/>
                </a:rPr>
                <a:t>The user initiates a request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90525" y="4250094"/>
              <a:ext cx="1620792" cy="137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C5C8E8"/>
                  </a:solidFill>
                  <a:latin typeface="Montserrat"/>
                </a:rPr>
                <a:t>for a mentorship session.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2105025" y="4117693"/>
            <a:ext cx="1504950" cy="411440"/>
            <a:chOff x="2105025" y="4112931"/>
            <a:chExt cx="1504950" cy="411440"/>
          </a:xfrm>
        </p:grpSpPr>
        <p:sp>
          <p:nvSpPr>
            <p:cNvPr id="24" name="TextBox 23"/>
            <p:cNvSpPr txBox="1"/>
            <p:nvPr/>
          </p:nvSpPr>
          <p:spPr>
            <a:xfrm>
              <a:off x="2105025" y="4112931"/>
              <a:ext cx="1730692" cy="137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C5C8E8"/>
                  </a:solidFill>
                  <a:latin typeface="Montserrat"/>
                </a:rPr>
                <a:t>Secure transaction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05025" y="4250091"/>
              <a:ext cx="173069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C5C8E8"/>
                  </a:solidFill>
                  <a:latin typeface="Montserrat"/>
                </a:rPr>
                <a:t>processing for the requested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105025" y="4387251"/>
              <a:ext cx="1730692" cy="137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C5C8E8"/>
                  </a:solidFill>
                  <a:latin typeface="Montserrat"/>
                </a:rPr>
                <a:t>session.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819525" y="4117693"/>
            <a:ext cx="1391126" cy="411440"/>
            <a:chOff x="3819525" y="4112931"/>
            <a:chExt cx="1391126" cy="411440"/>
          </a:xfrm>
        </p:grpSpPr>
        <p:sp>
          <p:nvSpPr>
            <p:cNvPr id="28" name="TextBox 27"/>
            <p:cNvSpPr txBox="1"/>
            <p:nvPr/>
          </p:nvSpPr>
          <p:spPr>
            <a:xfrm>
              <a:off x="3819525" y="4112931"/>
              <a:ext cx="1599794" cy="137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C5C8E8"/>
                  </a:solidFill>
                  <a:latin typeface="Montserrat"/>
                </a:rPr>
                <a:t>The expert reviews the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819525" y="4250091"/>
              <a:ext cx="159979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C5C8E8"/>
                  </a:solidFill>
                  <a:latin typeface="Montserrat"/>
                </a:rPr>
                <a:t>request to either accept or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819525" y="4387251"/>
              <a:ext cx="1599794" cy="137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C5C8E8"/>
                  </a:solidFill>
                  <a:latin typeface="Montserrat"/>
                </a:rPr>
                <a:t>reject it.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34025" y="4117696"/>
            <a:ext cx="1498758" cy="274280"/>
            <a:chOff x="5534025" y="4112934"/>
            <a:chExt cx="1498758" cy="274280"/>
          </a:xfrm>
        </p:grpSpPr>
        <p:sp>
          <p:nvSpPr>
            <p:cNvPr id="32" name="TextBox 31"/>
            <p:cNvSpPr txBox="1"/>
            <p:nvPr/>
          </p:nvSpPr>
          <p:spPr>
            <a:xfrm>
              <a:off x="5534025" y="4112934"/>
              <a:ext cx="172357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C5C8E8"/>
                  </a:solidFill>
                  <a:latin typeface="Montserrat"/>
                </a:rPr>
                <a:t>Once accepted, the meeting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534025" y="4250094"/>
              <a:ext cx="1723571" cy="137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C5C8E8"/>
                  </a:solidFill>
                  <a:latin typeface="Montserrat"/>
                </a:rPr>
                <a:t>is officially scheduled.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7248525" y="4270093"/>
            <a:ext cx="1453515" cy="411440"/>
            <a:chOff x="7248525" y="4265331"/>
            <a:chExt cx="1453515" cy="411440"/>
          </a:xfrm>
        </p:grpSpPr>
        <p:sp>
          <p:nvSpPr>
            <p:cNvPr id="35" name="TextBox 34"/>
            <p:cNvSpPr txBox="1"/>
            <p:nvPr/>
          </p:nvSpPr>
          <p:spPr>
            <a:xfrm>
              <a:off x="7248525" y="4265331"/>
              <a:ext cx="1671542" cy="137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C5C8E8"/>
                  </a:solidFill>
                  <a:latin typeface="Montserrat"/>
                </a:rPr>
                <a:t>The system automatically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48525" y="4402491"/>
              <a:ext cx="167154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C5C8E8"/>
                  </a:solidFill>
                  <a:latin typeface="Montserrat"/>
                </a:rPr>
                <a:t>generates an invoice for the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248525" y="4539651"/>
              <a:ext cx="1671542" cy="137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C5C8E8"/>
                  </a:solidFill>
                  <a:latin typeface="Montserrat"/>
                </a:rPr>
                <a:t>completed transaction.</a:t>
              </a:r>
            </a:p>
          </p:txBody>
        </p:sp>
      </p:grpSp>
      <p:sp>
        <p:nvSpPr>
          <p:cNvPr id="39" name="Rounded Rectangle 38"/>
          <p:cNvSpPr/>
          <p:nvPr/>
        </p:nvSpPr>
        <p:spPr>
          <a:xfrm>
            <a:off x="2286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61C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303192" y="2405810"/>
            <a:ext cx="2225633" cy="791492"/>
          </a:xfrm>
          <a:custGeom>
            <a:avLst/>
            <a:gdLst/>
            <a:ahLst/>
            <a:cxnLst/>
            <a:rect l="0" t="0" r="0" b="0"/>
            <a:pathLst>
              <a:path w="2225633" h="791492">
                <a:moveTo>
                  <a:pt x="76398" y="0"/>
                </a:moveTo>
                <a:lnTo>
                  <a:pt x="50932" y="0"/>
                </a:lnTo>
                <a:cubicBezTo>
                  <a:pt x="22803" y="0"/>
                  <a:pt x="0" y="22803"/>
                  <a:pt x="0" y="50932"/>
                </a:cubicBezTo>
                <a:lnTo>
                  <a:pt x="0" y="76398"/>
                </a:lnTo>
                <a:moveTo>
                  <a:pt x="0" y="76398"/>
                </a:moveTo>
                <a:lnTo>
                  <a:pt x="0" y="715093"/>
                </a:lnTo>
                <a:moveTo>
                  <a:pt x="2225633" y="76398"/>
                </a:moveTo>
                <a:lnTo>
                  <a:pt x="2225633" y="715093"/>
                </a:lnTo>
                <a:moveTo>
                  <a:pt x="76398" y="0"/>
                </a:moveTo>
                <a:lnTo>
                  <a:pt x="2149234" y="0"/>
                </a:lnTo>
                <a:moveTo>
                  <a:pt x="76398" y="791492"/>
                </a:moveTo>
                <a:lnTo>
                  <a:pt x="50932" y="791492"/>
                </a:lnTo>
                <a:cubicBezTo>
                  <a:pt x="22803" y="791492"/>
                  <a:pt x="0" y="768688"/>
                  <a:pt x="0" y="740559"/>
                </a:cubicBezTo>
                <a:lnTo>
                  <a:pt x="0" y="715093"/>
                </a:lnTo>
                <a:moveTo>
                  <a:pt x="2149234" y="0"/>
                </a:moveTo>
                <a:lnTo>
                  <a:pt x="2174701" y="0"/>
                </a:lnTo>
                <a:cubicBezTo>
                  <a:pt x="2202829" y="0"/>
                  <a:pt x="2225633" y="22803"/>
                  <a:pt x="2225633" y="50932"/>
                </a:cubicBezTo>
                <a:lnTo>
                  <a:pt x="2225633" y="76398"/>
                </a:lnTo>
                <a:moveTo>
                  <a:pt x="2149234" y="791492"/>
                </a:moveTo>
                <a:lnTo>
                  <a:pt x="76398" y="791492"/>
                </a:lnTo>
                <a:moveTo>
                  <a:pt x="2149234" y="791492"/>
                </a:moveTo>
                <a:lnTo>
                  <a:pt x="2174701" y="791492"/>
                </a:lnTo>
                <a:cubicBezTo>
                  <a:pt x="2202829" y="791492"/>
                  <a:pt x="2225633" y="768688"/>
                  <a:pt x="2225633" y="740559"/>
                </a:cubicBezTo>
                <a:lnTo>
                  <a:pt x="2225633" y="715093"/>
                </a:lnTo>
              </a:path>
            </a:pathLst>
          </a:custGeom>
          <a:noFill/>
          <a:ln w="1910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45612" y="836576"/>
            <a:ext cx="2082634" cy="791492"/>
          </a:xfrm>
          <a:custGeom>
            <a:avLst/>
            <a:gdLst/>
            <a:ahLst/>
            <a:cxnLst/>
            <a:rect l="0" t="0" r="0" b="0"/>
            <a:pathLst>
              <a:path w="2082634" h="791492">
                <a:moveTo>
                  <a:pt x="76398" y="0"/>
                </a:moveTo>
                <a:lnTo>
                  <a:pt x="50932" y="0"/>
                </a:lnTo>
                <a:cubicBezTo>
                  <a:pt x="22803" y="0"/>
                  <a:pt x="0" y="22803"/>
                  <a:pt x="0" y="50932"/>
                </a:cubicBezTo>
                <a:lnTo>
                  <a:pt x="0" y="76398"/>
                </a:lnTo>
                <a:moveTo>
                  <a:pt x="0" y="76398"/>
                </a:moveTo>
                <a:lnTo>
                  <a:pt x="0" y="715093"/>
                </a:lnTo>
                <a:moveTo>
                  <a:pt x="2082634" y="76398"/>
                </a:moveTo>
                <a:lnTo>
                  <a:pt x="2082634" y="715093"/>
                </a:lnTo>
                <a:moveTo>
                  <a:pt x="76398" y="0"/>
                </a:moveTo>
                <a:lnTo>
                  <a:pt x="2006235" y="0"/>
                </a:lnTo>
                <a:moveTo>
                  <a:pt x="76398" y="791492"/>
                </a:moveTo>
                <a:lnTo>
                  <a:pt x="50932" y="791492"/>
                </a:lnTo>
                <a:cubicBezTo>
                  <a:pt x="22803" y="791492"/>
                  <a:pt x="0" y="768688"/>
                  <a:pt x="0" y="740560"/>
                </a:cubicBezTo>
                <a:lnTo>
                  <a:pt x="0" y="715093"/>
                </a:lnTo>
                <a:moveTo>
                  <a:pt x="2006235" y="0"/>
                </a:moveTo>
                <a:lnTo>
                  <a:pt x="2031702" y="0"/>
                </a:lnTo>
                <a:cubicBezTo>
                  <a:pt x="2059830" y="0"/>
                  <a:pt x="2082634" y="22803"/>
                  <a:pt x="2082634" y="50932"/>
                </a:cubicBezTo>
                <a:lnTo>
                  <a:pt x="2082634" y="76398"/>
                </a:lnTo>
                <a:moveTo>
                  <a:pt x="2006235" y="791492"/>
                </a:moveTo>
                <a:lnTo>
                  <a:pt x="76398" y="791492"/>
                </a:lnTo>
                <a:moveTo>
                  <a:pt x="2006235" y="791492"/>
                </a:moveTo>
                <a:lnTo>
                  <a:pt x="2031702" y="791492"/>
                </a:lnTo>
                <a:cubicBezTo>
                  <a:pt x="2059830" y="791492"/>
                  <a:pt x="2082634" y="768688"/>
                  <a:pt x="2082634" y="740560"/>
                </a:cubicBezTo>
                <a:lnTo>
                  <a:pt x="2082634" y="715093"/>
                </a:lnTo>
              </a:path>
            </a:pathLst>
          </a:custGeom>
          <a:noFill/>
          <a:ln w="1910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45612" y="1882731"/>
            <a:ext cx="2082634" cy="791492"/>
          </a:xfrm>
          <a:custGeom>
            <a:avLst/>
            <a:gdLst/>
            <a:ahLst/>
            <a:cxnLst/>
            <a:rect l="0" t="0" r="0" b="0"/>
            <a:pathLst>
              <a:path w="2082634" h="791492">
                <a:moveTo>
                  <a:pt x="76398" y="0"/>
                </a:moveTo>
                <a:lnTo>
                  <a:pt x="50932" y="0"/>
                </a:lnTo>
                <a:cubicBezTo>
                  <a:pt x="22803" y="0"/>
                  <a:pt x="0" y="22803"/>
                  <a:pt x="0" y="50932"/>
                </a:cubicBezTo>
                <a:lnTo>
                  <a:pt x="0" y="76398"/>
                </a:lnTo>
                <a:moveTo>
                  <a:pt x="0" y="76398"/>
                </a:moveTo>
                <a:lnTo>
                  <a:pt x="0" y="715093"/>
                </a:lnTo>
                <a:moveTo>
                  <a:pt x="2082634" y="76398"/>
                </a:moveTo>
                <a:lnTo>
                  <a:pt x="2082634" y="715093"/>
                </a:lnTo>
                <a:moveTo>
                  <a:pt x="76398" y="0"/>
                </a:moveTo>
                <a:lnTo>
                  <a:pt x="2006235" y="0"/>
                </a:lnTo>
                <a:moveTo>
                  <a:pt x="76398" y="791492"/>
                </a:moveTo>
                <a:lnTo>
                  <a:pt x="50932" y="791492"/>
                </a:lnTo>
                <a:cubicBezTo>
                  <a:pt x="22803" y="791492"/>
                  <a:pt x="0" y="768688"/>
                  <a:pt x="0" y="740560"/>
                </a:cubicBezTo>
                <a:lnTo>
                  <a:pt x="0" y="715093"/>
                </a:lnTo>
                <a:moveTo>
                  <a:pt x="2006235" y="0"/>
                </a:moveTo>
                <a:lnTo>
                  <a:pt x="2031702" y="0"/>
                </a:lnTo>
                <a:cubicBezTo>
                  <a:pt x="2059830" y="0"/>
                  <a:pt x="2082634" y="22803"/>
                  <a:pt x="2082634" y="50932"/>
                </a:cubicBezTo>
                <a:lnTo>
                  <a:pt x="2082634" y="76398"/>
                </a:lnTo>
                <a:moveTo>
                  <a:pt x="2006235" y="791492"/>
                </a:moveTo>
                <a:lnTo>
                  <a:pt x="76398" y="791492"/>
                </a:lnTo>
                <a:moveTo>
                  <a:pt x="2006235" y="791492"/>
                </a:moveTo>
                <a:lnTo>
                  <a:pt x="2031702" y="791492"/>
                </a:lnTo>
                <a:cubicBezTo>
                  <a:pt x="2059830" y="791492"/>
                  <a:pt x="2082634" y="768688"/>
                  <a:pt x="2082634" y="740560"/>
                </a:cubicBezTo>
                <a:lnTo>
                  <a:pt x="2082634" y="715093"/>
                </a:lnTo>
              </a:path>
            </a:pathLst>
          </a:custGeom>
          <a:noFill/>
          <a:ln w="1910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45612" y="2928885"/>
            <a:ext cx="2082634" cy="791492"/>
          </a:xfrm>
          <a:custGeom>
            <a:avLst/>
            <a:gdLst/>
            <a:ahLst/>
            <a:cxnLst/>
            <a:rect l="0" t="0" r="0" b="0"/>
            <a:pathLst>
              <a:path w="2082634" h="791492">
                <a:moveTo>
                  <a:pt x="76398" y="0"/>
                </a:moveTo>
                <a:lnTo>
                  <a:pt x="50932" y="0"/>
                </a:lnTo>
                <a:cubicBezTo>
                  <a:pt x="22803" y="0"/>
                  <a:pt x="0" y="22803"/>
                  <a:pt x="0" y="50932"/>
                </a:cubicBezTo>
                <a:lnTo>
                  <a:pt x="0" y="76398"/>
                </a:lnTo>
                <a:moveTo>
                  <a:pt x="0" y="76398"/>
                </a:moveTo>
                <a:lnTo>
                  <a:pt x="0" y="715093"/>
                </a:lnTo>
                <a:moveTo>
                  <a:pt x="2082634" y="76398"/>
                </a:moveTo>
                <a:lnTo>
                  <a:pt x="2082634" y="715093"/>
                </a:lnTo>
                <a:moveTo>
                  <a:pt x="76398" y="0"/>
                </a:moveTo>
                <a:lnTo>
                  <a:pt x="2006235" y="0"/>
                </a:lnTo>
                <a:moveTo>
                  <a:pt x="76398" y="791492"/>
                </a:moveTo>
                <a:lnTo>
                  <a:pt x="50932" y="791492"/>
                </a:lnTo>
                <a:cubicBezTo>
                  <a:pt x="22803" y="791492"/>
                  <a:pt x="0" y="768688"/>
                  <a:pt x="0" y="740559"/>
                </a:cubicBezTo>
                <a:lnTo>
                  <a:pt x="0" y="715093"/>
                </a:lnTo>
                <a:moveTo>
                  <a:pt x="2006235" y="0"/>
                </a:moveTo>
                <a:lnTo>
                  <a:pt x="2031702" y="0"/>
                </a:lnTo>
                <a:cubicBezTo>
                  <a:pt x="2059830" y="0"/>
                  <a:pt x="2082634" y="22803"/>
                  <a:pt x="2082634" y="50932"/>
                </a:cubicBezTo>
                <a:lnTo>
                  <a:pt x="2082634" y="76398"/>
                </a:lnTo>
                <a:moveTo>
                  <a:pt x="2006235" y="791492"/>
                </a:moveTo>
                <a:lnTo>
                  <a:pt x="76398" y="791492"/>
                </a:lnTo>
                <a:moveTo>
                  <a:pt x="2006235" y="791492"/>
                </a:moveTo>
                <a:lnTo>
                  <a:pt x="2031702" y="791492"/>
                </a:lnTo>
                <a:cubicBezTo>
                  <a:pt x="2059830" y="791492"/>
                  <a:pt x="2082634" y="768688"/>
                  <a:pt x="2082634" y="740559"/>
                </a:cubicBezTo>
                <a:lnTo>
                  <a:pt x="2082634" y="715093"/>
                </a:lnTo>
              </a:path>
            </a:pathLst>
          </a:custGeom>
          <a:noFill/>
          <a:ln w="1910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45612" y="3975040"/>
            <a:ext cx="2215363" cy="956572"/>
          </a:xfrm>
          <a:custGeom>
            <a:avLst/>
            <a:gdLst/>
            <a:ahLst/>
            <a:cxnLst/>
            <a:rect l="0" t="0" r="0" b="0"/>
            <a:pathLst>
              <a:path w="2215363" h="956572">
                <a:moveTo>
                  <a:pt x="76398" y="0"/>
                </a:moveTo>
                <a:lnTo>
                  <a:pt x="50932" y="0"/>
                </a:lnTo>
                <a:cubicBezTo>
                  <a:pt x="22803" y="0"/>
                  <a:pt x="0" y="22803"/>
                  <a:pt x="0" y="50932"/>
                </a:cubicBezTo>
                <a:lnTo>
                  <a:pt x="0" y="76398"/>
                </a:lnTo>
                <a:moveTo>
                  <a:pt x="0" y="76398"/>
                </a:moveTo>
                <a:lnTo>
                  <a:pt x="0" y="880173"/>
                </a:lnTo>
                <a:moveTo>
                  <a:pt x="2215363" y="76398"/>
                </a:moveTo>
                <a:lnTo>
                  <a:pt x="2215363" y="880173"/>
                </a:lnTo>
                <a:moveTo>
                  <a:pt x="76398" y="0"/>
                </a:moveTo>
                <a:lnTo>
                  <a:pt x="2138964" y="0"/>
                </a:lnTo>
                <a:moveTo>
                  <a:pt x="76398" y="956572"/>
                </a:moveTo>
                <a:lnTo>
                  <a:pt x="50932" y="956572"/>
                </a:lnTo>
                <a:cubicBezTo>
                  <a:pt x="22803" y="956572"/>
                  <a:pt x="0" y="933768"/>
                  <a:pt x="0" y="905640"/>
                </a:cubicBezTo>
                <a:lnTo>
                  <a:pt x="0" y="880173"/>
                </a:lnTo>
                <a:moveTo>
                  <a:pt x="2138964" y="0"/>
                </a:moveTo>
                <a:lnTo>
                  <a:pt x="2164431" y="0"/>
                </a:lnTo>
                <a:cubicBezTo>
                  <a:pt x="2192559" y="0"/>
                  <a:pt x="2215363" y="22803"/>
                  <a:pt x="2215363" y="50932"/>
                </a:cubicBezTo>
                <a:lnTo>
                  <a:pt x="2215363" y="76398"/>
                </a:lnTo>
                <a:moveTo>
                  <a:pt x="2138964" y="956572"/>
                </a:moveTo>
                <a:lnTo>
                  <a:pt x="76398" y="956572"/>
                </a:lnTo>
                <a:moveTo>
                  <a:pt x="2138964" y="956572"/>
                </a:moveTo>
                <a:lnTo>
                  <a:pt x="2164431" y="956572"/>
                </a:lnTo>
                <a:cubicBezTo>
                  <a:pt x="2192559" y="956572"/>
                  <a:pt x="2215363" y="933768"/>
                  <a:pt x="2215363" y="905640"/>
                </a:cubicBezTo>
                <a:lnTo>
                  <a:pt x="2215363" y="880173"/>
                </a:lnTo>
              </a:path>
            </a:pathLst>
          </a:custGeom>
          <a:noFill/>
          <a:ln w="1910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4528825" y="1188509"/>
            <a:ext cx="894397" cy="1613058"/>
            <a:chOff x="4528825" y="1183747"/>
            <a:chExt cx="894397" cy="1613058"/>
          </a:xfrm>
        </p:grpSpPr>
        <p:sp>
          <p:nvSpPr>
            <p:cNvPr id="7" name="Rounded Rectangle 6"/>
            <p:cNvSpPr/>
            <p:nvPr/>
          </p:nvSpPr>
          <p:spPr>
            <a:xfrm>
              <a:off x="4528825" y="1227562"/>
              <a:ext cx="872775" cy="1569243"/>
            </a:xfrm>
            <a:custGeom>
              <a:avLst/>
              <a:gdLst/>
              <a:ahLst/>
              <a:cxnLst/>
              <a:rect l="0" t="0" r="0" b="0"/>
              <a:pathLst>
                <a:path w="872775" h="1569243">
                  <a:moveTo>
                    <a:pt x="0" y="1569243"/>
                  </a:moveTo>
                  <a:lnTo>
                    <a:pt x="344138" y="1569243"/>
                  </a:lnTo>
                  <a:cubicBezTo>
                    <a:pt x="407193" y="1569243"/>
                    <a:pt x="458438" y="1518094"/>
                    <a:pt x="458438" y="1454943"/>
                  </a:cubicBezTo>
                  <a:lnTo>
                    <a:pt x="458438" y="114300"/>
                  </a:lnTo>
                  <a:cubicBezTo>
                    <a:pt x="458438" y="51149"/>
                    <a:pt x="509587" y="0"/>
                    <a:pt x="572738" y="0"/>
                  </a:cubicBezTo>
                  <a:lnTo>
                    <a:pt x="872775" y="0"/>
                  </a:lnTo>
                </a:path>
              </a:pathLst>
            </a:custGeom>
            <a:noFill/>
            <a:ln w="1910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346070" y="1183747"/>
              <a:ext cx="77152" cy="87629"/>
            </a:xfrm>
            <a:custGeom>
              <a:avLst/>
              <a:gdLst/>
              <a:ahLst/>
              <a:cxnLst/>
              <a:rect l="0" t="0" r="0" b="0"/>
              <a:pathLst>
                <a:path w="77152" h="87629">
                  <a:moveTo>
                    <a:pt x="77152" y="43814"/>
                  </a:moveTo>
                  <a:lnTo>
                    <a:pt x="0" y="87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5E9"/>
            </a:solidFill>
            <a:ln w="1910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528825" y="2234664"/>
            <a:ext cx="894397" cy="566927"/>
            <a:chOff x="4528825" y="2229902"/>
            <a:chExt cx="894397" cy="566927"/>
          </a:xfrm>
        </p:grpSpPr>
        <p:sp>
          <p:nvSpPr>
            <p:cNvPr id="10" name="Rounded Rectangle 9"/>
            <p:cNvSpPr/>
            <p:nvPr/>
          </p:nvSpPr>
          <p:spPr>
            <a:xfrm>
              <a:off x="4528825" y="2273717"/>
              <a:ext cx="872775" cy="523112"/>
            </a:xfrm>
            <a:custGeom>
              <a:avLst/>
              <a:gdLst/>
              <a:ahLst/>
              <a:cxnLst/>
              <a:rect l="0" t="0" r="0" b="0"/>
              <a:pathLst>
                <a:path w="872775" h="523112">
                  <a:moveTo>
                    <a:pt x="0" y="523112"/>
                  </a:moveTo>
                  <a:lnTo>
                    <a:pt x="344138" y="523112"/>
                  </a:lnTo>
                  <a:cubicBezTo>
                    <a:pt x="407193" y="523112"/>
                    <a:pt x="458438" y="471868"/>
                    <a:pt x="458438" y="408812"/>
                  </a:cubicBezTo>
                  <a:lnTo>
                    <a:pt x="458438" y="114300"/>
                  </a:lnTo>
                  <a:cubicBezTo>
                    <a:pt x="458438" y="51149"/>
                    <a:pt x="509587" y="0"/>
                    <a:pt x="572738" y="0"/>
                  </a:cubicBezTo>
                  <a:lnTo>
                    <a:pt x="872775" y="0"/>
                  </a:lnTo>
                </a:path>
              </a:pathLst>
            </a:custGeom>
            <a:noFill/>
            <a:ln w="1910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346070" y="2229902"/>
              <a:ext cx="77152" cy="87629"/>
            </a:xfrm>
            <a:custGeom>
              <a:avLst/>
              <a:gdLst/>
              <a:ahLst/>
              <a:cxnLst/>
              <a:rect l="0" t="0" r="0" b="0"/>
              <a:pathLst>
                <a:path w="77152" h="87629">
                  <a:moveTo>
                    <a:pt x="77152" y="43814"/>
                  </a:moveTo>
                  <a:lnTo>
                    <a:pt x="0" y="87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5E9"/>
            </a:solidFill>
            <a:ln w="1910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528825" y="2801554"/>
            <a:ext cx="894397" cy="566737"/>
            <a:chOff x="4528825" y="2796792"/>
            <a:chExt cx="894397" cy="566737"/>
          </a:xfrm>
        </p:grpSpPr>
        <p:sp>
          <p:nvSpPr>
            <p:cNvPr id="13" name="Rounded Rectangle 12"/>
            <p:cNvSpPr/>
            <p:nvPr/>
          </p:nvSpPr>
          <p:spPr>
            <a:xfrm>
              <a:off x="4528825" y="2796792"/>
              <a:ext cx="872775" cy="523112"/>
            </a:xfrm>
            <a:custGeom>
              <a:avLst/>
              <a:gdLst/>
              <a:ahLst/>
              <a:cxnLst/>
              <a:rect l="0" t="0" r="0" b="0"/>
              <a:pathLst>
                <a:path w="872775" h="523112">
                  <a:moveTo>
                    <a:pt x="0" y="0"/>
                  </a:moveTo>
                  <a:lnTo>
                    <a:pt x="344138" y="0"/>
                  </a:lnTo>
                  <a:cubicBezTo>
                    <a:pt x="407193" y="0"/>
                    <a:pt x="458438" y="51149"/>
                    <a:pt x="458438" y="114300"/>
                  </a:cubicBezTo>
                  <a:lnTo>
                    <a:pt x="458438" y="408812"/>
                  </a:lnTo>
                  <a:cubicBezTo>
                    <a:pt x="458438" y="471868"/>
                    <a:pt x="509587" y="523112"/>
                    <a:pt x="572738" y="523112"/>
                  </a:cubicBezTo>
                  <a:lnTo>
                    <a:pt x="872775" y="523112"/>
                  </a:lnTo>
                </a:path>
              </a:pathLst>
            </a:custGeom>
            <a:noFill/>
            <a:ln w="1910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346070" y="3275899"/>
              <a:ext cx="77152" cy="87630"/>
            </a:xfrm>
            <a:custGeom>
              <a:avLst/>
              <a:gdLst/>
              <a:ahLst/>
              <a:cxnLst/>
              <a:rect l="0" t="0" r="0" b="0"/>
              <a:pathLst>
                <a:path w="77152" h="87630">
                  <a:moveTo>
                    <a:pt x="77152" y="43815"/>
                  </a:moveTo>
                  <a:lnTo>
                    <a:pt x="0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5E9"/>
            </a:solidFill>
            <a:ln w="1910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528825" y="2801554"/>
            <a:ext cx="894397" cy="1695449"/>
            <a:chOff x="4528825" y="2796792"/>
            <a:chExt cx="894397" cy="1695449"/>
          </a:xfrm>
        </p:grpSpPr>
        <p:sp>
          <p:nvSpPr>
            <p:cNvPr id="16" name="Rounded Rectangle 15"/>
            <p:cNvSpPr/>
            <p:nvPr/>
          </p:nvSpPr>
          <p:spPr>
            <a:xfrm>
              <a:off x="4528825" y="2796792"/>
              <a:ext cx="872775" cy="1651730"/>
            </a:xfrm>
            <a:custGeom>
              <a:avLst/>
              <a:gdLst/>
              <a:ahLst/>
              <a:cxnLst/>
              <a:rect l="0" t="0" r="0" b="0"/>
              <a:pathLst>
                <a:path w="872775" h="1651730">
                  <a:moveTo>
                    <a:pt x="0" y="0"/>
                  </a:moveTo>
                  <a:lnTo>
                    <a:pt x="344138" y="0"/>
                  </a:lnTo>
                  <a:cubicBezTo>
                    <a:pt x="407193" y="0"/>
                    <a:pt x="458438" y="51149"/>
                    <a:pt x="458438" y="114300"/>
                  </a:cubicBezTo>
                  <a:lnTo>
                    <a:pt x="458438" y="1537430"/>
                  </a:lnTo>
                  <a:cubicBezTo>
                    <a:pt x="458438" y="1600580"/>
                    <a:pt x="509587" y="1651730"/>
                    <a:pt x="572738" y="1651730"/>
                  </a:cubicBezTo>
                  <a:lnTo>
                    <a:pt x="872775" y="1651730"/>
                  </a:lnTo>
                </a:path>
              </a:pathLst>
            </a:custGeom>
            <a:noFill/>
            <a:ln w="1910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346070" y="4404612"/>
              <a:ext cx="77152" cy="87629"/>
            </a:xfrm>
            <a:custGeom>
              <a:avLst/>
              <a:gdLst/>
              <a:ahLst/>
              <a:cxnLst/>
              <a:rect l="0" t="0" r="0" b="0"/>
              <a:pathLst>
                <a:path w="77152" h="87629">
                  <a:moveTo>
                    <a:pt x="77152" y="43814"/>
                  </a:moveTo>
                  <a:lnTo>
                    <a:pt x="0" y="87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5E9"/>
            </a:solidFill>
            <a:ln w="1910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5961255" y="1997324"/>
            <a:ext cx="1376152" cy="1650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68D5E9"/>
                </a:solidFill>
                <a:latin typeface="Montserrat"/>
              </a:rPr>
              <a:t>Manage Content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66577" y="2132045"/>
            <a:ext cx="295503" cy="292862"/>
          </a:xfrm>
          <a:custGeom>
            <a:avLst/>
            <a:gdLst/>
            <a:ahLst/>
            <a:cxnLst/>
            <a:rect l="0" t="0" r="0" b="0"/>
            <a:pathLst>
              <a:path w="295503" h="292862">
                <a:moveTo>
                  <a:pt x="267396" y="50932"/>
                </a:moveTo>
                <a:cubicBezTo>
                  <a:pt x="267396" y="64997"/>
                  <a:pt x="255994" y="76398"/>
                  <a:pt x="241929" y="76398"/>
                </a:cubicBezTo>
                <a:lnTo>
                  <a:pt x="25466" y="76398"/>
                </a:lnTo>
                <a:cubicBezTo>
                  <a:pt x="11401" y="76398"/>
                  <a:pt x="0" y="64997"/>
                  <a:pt x="0" y="50932"/>
                </a:cubicBezTo>
                <a:lnTo>
                  <a:pt x="0" y="25466"/>
                </a:lnTo>
                <a:cubicBezTo>
                  <a:pt x="0" y="11401"/>
                  <a:pt x="11401" y="0"/>
                  <a:pt x="25466" y="0"/>
                </a:cubicBezTo>
                <a:lnTo>
                  <a:pt x="241929" y="0"/>
                </a:lnTo>
                <a:cubicBezTo>
                  <a:pt x="255994" y="0"/>
                  <a:pt x="267396" y="11401"/>
                  <a:pt x="267396" y="25466"/>
                </a:cubicBezTo>
                <a:close/>
                <a:moveTo>
                  <a:pt x="25466" y="152797"/>
                </a:moveTo>
                <a:cubicBezTo>
                  <a:pt x="11401" y="152797"/>
                  <a:pt x="0" y="141396"/>
                  <a:pt x="0" y="127331"/>
                </a:cubicBezTo>
                <a:lnTo>
                  <a:pt x="0" y="101865"/>
                </a:lnTo>
                <a:cubicBezTo>
                  <a:pt x="0" y="87800"/>
                  <a:pt x="11401" y="76398"/>
                  <a:pt x="25466" y="76398"/>
                </a:cubicBezTo>
                <a:lnTo>
                  <a:pt x="241929" y="76398"/>
                </a:lnTo>
                <a:cubicBezTo>
                  <a:pt x="255994" y="76398"/>
                  <a:pt x="267396" y="87800"/>
                  <a:pt x="267396" y="101865"/>
                </a:cubicBezTo>
                <a:lnTo>
                  <a:pt x="267396" y="114598"/>
                </a:lnTo>
                <a:moveTo>
                  <a:pt x="54115" y="35016"/>
                </a:moveTo>
                <a:cubicBezTo>
                  <a:pt x="52357" y="35016"/>
                  <a:pt x="50932" y="36441"/>
                  <a:pt x="50932" y="38199"/>
                </a:cubicBezTo>
                <a:cubicBezTo>
                  <a:pt x="50932" y="39957"/>
                  <a:pt x="52357" y="41382"/>
                  <a:pt x="54115" y="41382"/>
                </a:cubicBezTo>
                <a:cubicBezTo>
                  <a:pt x="55873" y="41382"/>
                  <a:pt x="57299" y="39957"/>
                  <a:pt x="57299" y="38199"/>
                </a:cubicBezTo>
                <a:cubicBezTo>
                  <a:pt x="57299" y="36441"/>
                  <a:pt x="55873" y="35016"/>
                  <a:pt x="54115" y="35016"/>
                </a:cubicBezTo>
                <a:lnTo>
                  <a:pt x="54115" y="35016"/>
                </a:lnTo>
                <a:moveTo>
                  <a:pt x="98681" y="35016"/>
                </a:moveTo>
                <a:cubicBezTo>
                  <a:pt x="96923" y="35016"/>
                  <a:pt x="95498" y="36441"/>
                  <a:pt x="95498" y="38199"/>
                </a:cubicBezTo>
                <a:cubicBezTo>
                  <a:pt x="95498" y="39957"/>
                  <a:pt x="96923" y="41382"/>
                  <a:pt x="98681" y="41382"/>
                </a:cubicBezTo>
                <a:cubicBezTo>
                  <a:pt x="100440" y="41382"/>
                  <a:pt x="101865" y="39957"/>
                  <a:pt x="101865" y="38199"/>
                </a:cubicBezTo>
                <a:cubicBezTo>
                  <a:pt x="101865" y="36441"/>
                  <a:pt x="100440" y="35016"/>
                  <a:pt x="98681" y="35016"/>
                </a:cubicBezTo>
                <a:lnTo>
                  <a:pt x="98681" y="35016"/>
                </a:lnTo>
                <a:moveTo>
                  <a:pt x="54115" y="111415"/>
                </a:moveTo>
                <a:lnTo>
                  <a:pt x="54115" y="111415"/>
                </a:lnTo>
                <a:cubicBezTo>
                  <a:pt x="55873" y="111415"/>
                  <a:pt x="57299" y="112840"/>
                  <a:pt x="57299" y="114598"/>
                </a:cubicBezTo>
                <a:cubicBezTo>
                  <a:pt x="57299" y="116356"/>
                  <a:pt x="55873" y="117781"/>
                  <a:pt x="54115" y="117781"/>
                </a:cubicBezTo>
                <a:cubicBezTo>
                  <a:pt x="52357" y="117781"/>
                  <a:pt x="50932" y="116356"/>
                  <a:pt x="50932" y="114598"/>
                </a:cubicBezTo>
                <a:cubicBezTo>
                  <a:pt x="50932" y="112840"/>
                  <a:pt x="52357" y="111415"/>
                  <a:pt x="54115" y="111415"/>
                </a:cubicBezTo>
                <a:moveTo>
                  <a:pt x="98681" y="111415"/>
                </a:moveTo>
                <a:lnTo>
                  <a:pt x="98681" y="111415"/>
                </a:lnTo>
                <a:cubicBezTo>
                  <a:pt x="100440" y="111415"/>
                  <a:pt x="101865" y="112840"/>
                  <a:pt x="101865" y="114598"/>
                </a:cubicBezTo>
                <a:cubicBezTo>
                  <a:pt x="101865" y="116356"/>
                  <a:pt x="100440" y="117781"/>
                  <a:pt x="98681" y="117781"/>
                </a:cubicBezTo>
                <a:cubicBezTo>
                  <a:pt x="96923" y="117781"/>
                  <a:pt x="95498" y="116356"/>
                  <a:pt x="95498" y="114598"/>
                </a:cubicBezTo>
                <a:cubicBezTo>
                  <a:pt x="95498" y="112840"/>
                  <a:pt x="96923" y="111415"/>
                  <a:pt x="98681" y="111415"/>
                </a:cubicBezTo>
                <a:moveTo>
                  <a:pt x="108231" y="229196"/>
                </a:moveTo>
                <a:lnTo>
                  <a:pt x="25466" y="229196"/>
                </a:lnTo>
                <a:cubicBezTo>
                  <a:pt x="11401" y="229196"/>
                  <a:pt x="0" y="217795"/>
                  <a:pt x="0" y="203730"/>
                </a:cubicBezTo>
                <a:lnTo>
                  <a:pt x="0" y="178264"/>
                </a:lnTo>
                <a:cubicBezTo>
                  <a:pt x="0" y="164199"/>
                  <a:pt x="11401" y="152797"/>
                  <a:pt x="25466" y="152797"/>
                </a:cubicBezTo>
                <a:lnTo>
                  <a:pt x="184630" y="152797"/>
                </a:lnTo>
                <a:moveTo>
                  <a:pt x="54115" y="187813"/>
                </a:moveTo>
                <a:lnTo>
                  <a:pt x="54115" y="187813"/>
                </a:lnTo>
                <a:cubicBezTo>
                  <a:pt x="55873" y="187813"/>
                  <a:pt x="57299" y="189239"/>
                  <a:pt x="57299" y="190997"/>
                </a:cubicBezTo>
                <a:cubicBezTo>
                  <a:pt x="57299" y="192755"/>
                  <a:pt x="55873" y="194180"/>
                  <a:pt x="54115" y="194180"/>
                </a:cubicBezTo>
                <a:cubicBezTo>
                  <a:pt x="52357" y="194180"/>
                  <a:pt x="50932" y="192755"/>
                  <a:pt x="50932" y="190997"/>
                </a:cubicBezTo>
                <a:cubicBezTo>
                  <a:pt x="50932" y="189239"/>
                  <a:pt x="52357" y="187813"/>
                  <a:pt x="54115" y="187813"/>
                </a:cubicBezTo>
                <a:moveTo>
                  <a:pt x="98681" y="187813"/>
                </a:moveTo>
                <a:lnTo>
                  <a:pt x="98681" y="187813"/>
                </a:lnTo>
                <a:cubicBezTo>
                  <a:pt x="100440" y="187813"/>
                  <a:pt x="101865" y="189239"/>
                  <a:pt x="101865" y="190997"/>
                </a:cubicBezTo>
                <a:cubicBezTo>
                  <a:pt x="101865" y="192755"/>
                  <a:pt x="100440" y="194180"/>
                  <a:pt x="98681" y="194180"/>
                </a:cubicBezTo>
                <a:cubicBezTo>
                  <a:pt x="96923" y="194180"/>
                  <a:pt x="95498" y="192755"/>
                  <a:pt x="95498" y="190997"/>
                </a:cubicBezTo>
                <a:cubicBezTo>
                  <a:pt x="95498" y="189239"/>
                  <a:pt x="96923" y="187813"/>
                  <a:pt x="98681" y="187813"/>
                </a:cubicBezTo>
                <a:moveTo>
                  <a:pt x="193543" y="277582"/>
                </a:moveTo>
                <a:lnTo>
                  <a:pt x="140064" y="292862"/>
                </a:lnTo>
                <a:lnTo>
                  <a:pt x="155344" y="239383"/>
                </a:lnTo>
                <a:lnTo>
                  <a:pt x="246755" y="147971"/>
                </a:lnTo>
                <a:cubicBezTo>
                  <a:pt x="257304" y="137423"/>
                  <a:pt x="274406" y="137423"/>
                  <a:pt x="284955" y="147971"/>
                </a:cubicBezTo>
                <a:cubicBezTo>
                  <a:pt x="295503" y="158520"/>
                  <a:pt x="295503" y="175622"/>
                  <a:pt x="284955" y="186171"/>
                </a:cubicBezTo>
                <a:close/>
                <a:moveTo>
                  <a:pt x="235295" y="159431"/>
                </a:moveTo>
                <a:lnTo>
                  <a:pt x="273495" y="197631"/>
                </a:lnTo>
                <a:moveTo>
                  <a:pt x="155344" y="239383"/>
                </a:moveTo>
                <a:lnTo>
                  <a:pt x="193543" y="277582"/>
                </a:lnTo>
              </a:path>
            </a:pathLst>
          </a:custGeom>
          <a:noFill/>
          <a:ln w="1910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3" name="Group 22"/>
          <p:cNvGrpSpPr/>
          <p:nvPr/>
        </p:nvGrpSpPr>
        <p:grpSpPr>
          <a:xfrm>
            <a:off x="5961255" y="2254760"/>
            <a:ext cx="1424778" cy="288854"/>
            <a:chOff x="5961255" y="2249998"/>
            <a:chExt cx="1424778" cy="288854"/>
          </a:xfrm>
        </p:grpSpPr>
        <p:sp>
          <p:nvSpPr>
            <p:cNvPr id="21" name="TextBox 20"/>
            <p:cNvSpPr txBox="1"/>
            <p:nvPr/>
          </p:nvSpPr>
          <p:spPr>
            <a:xfrm>
              <a:off x="5961255" y="2249998"/>
              <a:ext cx="1638494" cy="144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Administrative controls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961255" y="2394492"/>
              <a:ext cx="1638494" cy="144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for platform content</a:t>
              </a:r>
            </a:p>
          </p:txBody>
        </p:sp>
      </p:grpSp>
      <p:sp>
        <p:nvSpPr>
          <p:cNvPr id="24" name="Rounded Rectangle 23"/>
          <p:cNvSpPr/>
          <p:nvPr/>
        </p:nvSpPr>
        <p:spPr>
          <a:xfrm>
            <a:off x="2417790" y="2648758"/>
            <a:ext cx="302183" cy="299865"/>
          </a:xfrm>
          <a:custGeom>
            <a:avLst/>
            <a:gdLst/>
            <a:ahLst/>
            <a:cxnLst/>
            <a:rect l="0" t="0" r="0" b="0"/>
            <a:pathLst>
              <a:path w="302183" h="299865">
                <a:moveTo>
                  <a:pt x="108868" y="200547"/>
                </a:moveTo>
                <a:lnTo>
                  <a:pt x="35016" y="200547"/>
                </a:lnTo>
                <a:cubicBezTo>
                  <a:pt x="21009" y="200547"/>
                  <a:pt x="9549" y="189087"/>
                  <a:pt x="9549" y="175080"/>
                </a:cubicBezTo>
                <a:lnTo>
                  <a:pt x="9549" y="35016"/>
                </a:lnTo>
                <a:cubicBezTo>
                  <a:pt x="9549" y="21009"/>
                  <a:pt x="21009" y="9549"/>
                  <a:pt x="35016" y="9549"/>
                </a:cubicBezTo>
                <a:lnTo>
                  <a:pt x="238746" y="9549"/>
                </a:lnTo>
                <a:cubicBezTo>
                  <a:pt x="252753" y="9549"/>
                  <a:pt x="264212" y="21009"/>
                  <a:pt x="264212" y="35016"/>
                </a:cubicBezTo>
                <a:lnTo>
                  <a:pt x="264212" y="108868"/>
                </a:lnTo>
                <a:moveTo>
                  <a:pt x="83402" y="50298"/>
                </a:moveTo>
                <a:lnTo>
                  <a:pt x="83402" y="108813"/>
                </a:lnTo>
                <a:moveTo>
                  <a:pt x="83402" y="135075"/>
                </a:moveTo>
                <a:lnTo>
                  <a:pt x="83402" y="152163"/>
                </a:lnTo>
                <a:moveTo>
                  <a:pt x="178900" y="92598"/>
                </a:moveTo>
                <a:lnTo>
                  <a:pt x="178900" y="126697"/>
                </a:lnTo>
                <a:moveTo>
                  <a:pt x="178900" y="50298"/>
                </a:moveTo>
                <a:lnTo>
                  <a:pt x="178900" y="66336"/>
                </a:lnTo>
                <a:moveTo>
                  <a:pt x="0" y="0"/>
                </a:moveTo>
                <a:moveTo>
                  <a:pt x="241064" y="152161"/>
                </a:moveTo>
                <a:lnTo>
                  <a:pt x="246157" y="168714"/>
                </a:lnTo>
                <a:cubicBezTo>
                  <a:pt x="247430" y="175080"/>
                  <a:pt x="253797" y="177627"/>
                  <a:pt x="260163" y="176354"/>
                </a:cubicBezTo>
                <a:lnTo>
                  <a:pt x="276716" y="172534"/>
                </a:lnTo>
                <a:cubicBezTo>
                  <a:pt x="291996" y="168714"/>
                  <a:pt x="302183" y="186540"/>
                  <a:pt x="291996" y="198000"/>
                </a:cubicBezTo>
                <a:lnTo>
                  <a:pt x="280536" y="210733"/>
                </a:lnTo>
                <a:cubicBezTo>
                  <a:pt x="276716" y="215826"/>
                  <a:pt x="276716" y="222193"/>
                  <a:pt x="280536" y="226013"/>
                </a:cubicBezTo>
                <a:lnTo>
                  <a:pt x="291996" y="238746"/>
                </a:lnTo>
                <a:cubicBezTo>
                  <a:pt x="302183" y="250206"/>
                  <a:pt x="291996" y="268032"/>
                  <a:pt x="276716" y="264212"/>
                </a:cubicBezTo>
                <a:lnTo>
                  <a:pt x="260163" y="260392"/>
                </a:lnTo>
                <a:cubicBezTo>
                  <a:pt x="253797" y="259119"/>
                  <a:pt x="248703" y="262939"/>
                  <a:pt x="246157" y="268032"/>
                </a:cubicBezTo>
                <a:lnTo>
                  <a:pt x="241064" y="284585"/>
                </a:lnTo>
                <a:cubicBezTo>
                  <a:pt x="235970" y="299865"/>
                  <a:pt x="215597" y="299865"/>
                  <a:pt x="211777" y="284585"/>
                </a:cubicBezTo>
                <a:lnTo>
                  <a:pt x="206684" y="268032"/>
                </a:lnTo>
                <a:cubicBezTo>
                  <a:pt x="205411" y="261666"/>
                  <a:pt x="199044" y="259119"/>
                  <a:pt x="192678" y="260392"/>
                </a:cubicBezTo>
                <a:lnTo>
                  <a:pt x="176124" y="264212"/>
                </a:lnTo>
                <a:cubicBezTo>
                  <a:pt x="160845" y="268032"/>
                  <a:pt x="150658" y="250206"/>
                  <a:pt x="160845" y="238746"/>
                </a:cubicBezTo>
                <a:lnTo>
                  <a:pt x="172305" y="226013"/>
                </a:lnTo>
                <a:cubicBezTo>
                  <a:pt x="176124" y="220920"/>
                  <a:pt x="176124" y="214553"/>
                  <a:pt x="172305" y="210733"/>
                </a:cubicBezTo>
                <a:lnTo>
                  <a:pt x="160845" y="198000"/>
                </a:lnTo>
                <a:cubicBezTo>
                  <a:pt x="150658" y="186540"/>
                  <a:pt x="160845" y="168714"/>
                  <a:pt x="176124" y="172534"/>
                </a:cubicBezTo>
                <a:lnTo>
                  <a:pt x="192678" y="176354"/>
                </a:lnTo>
                <a:cubicBezTo>
                  <a:pt x="199044" y="177627"/>
                  <a:pt x="204137" y="173807"/>
                  <a:pt x="206684" y="168714"/>
                </a:cubicBezTo>
                <a:lnTo>
                  <a:pt x="211777" y="152161"/>
                </a:lnTo>
                <a:cubicBezTo>
                  <a:pt x="215597" y="136881"/>
                  <a:pt x="235970" y="136881"/>
                  <a:pt x="241064" y="152161"/>
                </a:cubicBezTo>
                <a:close/>
                <a:moveTo>
                  <a:pt x="226420" y="236441"/>
                </a:moveTo>
                <a:cubicBezTo>
                  <a:pt x="236399" y="236441"/>
                  <a:pt x="244487" y="228353"/>
                  <a:pt x="244487" y="218374"/>
                </a:cubicBezTo>
                <a:cubicBezTo>
                  <a:pt x="244487" y="208397"/>
                  <a:pt x="236399" y="200307"/>
                  <a:pt x="226420" y="200307"/>
                </a:cubicBezTo>
                <a:cubicBezTo>
                  <a:pt x="216443" y="200307"/>
                  <a:pt x="208353" y="208397"/>
                  <a:pt x="208353" y="218374"/>
                </a:cubicBezTo>
                <a:cubicBezTo>
                  <a:pt x="208353" y="228353"/>
                  <a:pt x="216443" y="236441"/>
                  <a:pt x="226420" y="236441"/>
                </a:cubicBezTo>
                <a:close/>
                <a:moveTo>
                  <a:pt x="109664" y="126320"/>
                </a:moveTo>
                <a:lnTo>
                  <a:pt x="109664" y="117566"/>
                </a:lnTo>
                <a:cubicBezTo>
                  <a:pt x="109664" y="112314"/>
                  <a:pt x="106162" y="108813"/>
                  <a:pt x="100910" y="108813"/>
                </a:cubicBezTo>
                <a:lnTo>
                  <a:pt x="65895" y="108813"/>
                </a:lnTo>
                <a:cubicBezTo>
                  <a:pt x="60643" y="108813"/>
                  <a:pt x="57142" y="112314"/>
                  <a:pt x="57142" y="117566"/>
                </a:cubicBezTo>
                <a:lnTo>
                  <a:pt x="57142" y="126320"/>
                </a:lnTo>
                <a:cubicBezTo>
                  <a:pt x="57142" y="131572"/>
                  <a:pt x="60643" y="135074"/>
                  <a:pt x="65895" y="135074"/>
                </a:cubicBezTo>
                <a:lnTo>
                  <a:pt x="100910" y="135074"/>
                </a:lnTo>
                <a:cubicBezTo>
                  <a:pt x="106162" y="135074"/>
                  <a:pt x="109664" y="131572"/>
                  <a:pt x="109664" y="126320"/>
                </a:cubicBezTo>
                <a:close/>
                <a:moveTo>
                  <a:pt x="205162" y="83843"/>
                </a:moveTo>
                <a:lnTo>
                  <a:pt x="205162" y="75089"/>
                </a:lnTo>
                <a:cubicBezTo>
                  <a:pt x="205162" y="69837"/>
                  <a:pt x="201661" y="66336"/>
                  <a:pt x="196408" y="66336"/>
                </a:cubicBezTo>
                <a:lnTo>
                  <a:pt x="161393" y="66336"/>
                </a:lnTo>
                <a:cubicBezTo>
                  <a:pt x="156142" y="66336"/>
                  <a:pt x="152641" y="69837"/>
                  <a:pt x="152641" y="75089"/>
                </a:cubicBezTo>
                <a:lnTo>
                  <a:pt x="152641" y="83843"/>
                </a:lnTo>
                <a:cubicBezTo>
                  <a:pt x="152641" y="89095"/>
                  <a:pt x="156142" y="92597"/>
                  <a:pt x="161393" y="92597"/>
                </a:cubicBezTo>
                <a:lnTo>
                  <a:pt x="196408" y="92597"/>
                </a:lnTo>
                <a:cubicBezTo>
                  <a:pt x="201661" y="92597"/>
                  <a:pt x="205162" y="89095"/>
                  <a:pt x="205162" y="83843"/>
                </a:cubicBezTo>
                <a:close/>
              </a:path>
            </a:pathLst>
          </a:custGeom>
          <a:noFill/>
          <a:ln w="1910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8834" y="2520404"/>
            <a:ext cx="1500115" cy="1650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68D5E9"/>
                </a:solidFill>
                <a:latin typeface="Montserrat"/>
              </a:rPr>
              <a:t>Admin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1255" y="951170"/>
            <a:ext cx="1168950" cy="1650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68D5E9"/>
                </a:solidFill>
                <a:latin typeface="Montserrat"/>
              </a:rPr>
              <a:t>Manage Users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60211" y="1079524"/>
            <a:ext cx="300445" cy="299236"/>
          </a:xfrm>
          <a:custGeom>
            <a:avLst/>
            <a:gdLst/>
            <a:ahLst/>
            <a:cxnLst/>
            <a:rect l="0" t="0" r="0" b="0"/>
            <a:pathLst>
              <a:path w="300445" h="299236">
                <a:moveTo>
                  <a:pt x="219646" y="227605"/>
                </a:moveTo>
                <a:cubicBezTo>
                  <a:pt x="219646" y="236395"/>
                  <a:pt x="226772" y="243521"/>
                  <a:pt x="235563" y="243521"/>
                </a:cubicBezTo>
                <a:cubicBezTo>
                  <a:pt x="244353" y="243521"/>
                  <a:pt x="251479" y="236395"/>
                  <a:pt x="251479" y="227605"/>
                </a:cubicBezTo>
                <a:cubicBezTo>
                  <a:pt x="251479" y="218814"/>
                  <a:pt x="244353" y="211688"/>
                  <a:pt x="235563" y="211688"/>
                </a:cubicBezTo>
                <a:cubicBezTo>
                  <a:pt x="226772" y="211688"/>
                  <a:pt x="219646" y="218814"/>
                  <a:pt x="219646" y="227605"/>
                </a:cubicBezTo>
                <a:close/>
                <a:moveTo>
                  <a:pt x="0" y="0"/>
                </a:moveTo>
                <a:moveTo>
                  <a:pt x="249085" y="166027"/>
                </a:moveTo>
                <a:lnTo>
                  <a:pt x="253771" y="181447"/>
                </a:lnTo>
                <a:cubicBezTo>
                  <a:pt x="255373" y="186758"/>
                  <a:pt x="260820" y="189916"/>
                  <a:pt x="266224" y="188667"/>
                </a:cubicBezTo>
                <a:lnTo>
                  <a:pt x="281848" y="185050"/>
                </a:lnTo>
                <a:cubicBezTo>
                  <a:pt x="287933" y="183659"/>
                  <a:pt x="294214" y="186401"/>
                  <a:pt x="297329" y="191811"/>
                </a:cubicBezTo>
                <a:cubicBezTo>
                  <a:pt x="300445" y="197220"/>
                  <a:pt x="299666" y="204029"/>
                  <a:pt x="295409" y="208594"/>
                </a:cubicBezTo>
                <a:lnTo>
                  <a:pt x="284484" y="220372"/>
                </a:lnTo>
                <a:cubicBezTo>
                  <a:pt x="280705" y="224453"/>
                  <a:pt x="280705" y="230756"/>
                  <a:pt x="284484" y="234837"/>
                </a:cubicBezTo>
                <a:lnTo>
                  <a:pt x="295409" y="246615"/>
                </a:lnTo>
                <a:cubicBezTo>
                  <a:pt x="299653" y="251176"/>
                  <a:pt x="300431" y="257970"/>
                  <a:pt x="297328" y="263373"/>
                </a:cubicBezTo>
                <a:cubicBezTo>
                  <a:pt x="294225" y="268775"/>
                  <a:pt x="287964" y="271526"/>
                  <a:pt x="281886" y="270159"/>
                </a:cubicBezTo>
                <a:lnTo>
                  <a:pt x="266262" y="266543"/>
                </a:lnTo>
                <a:cubicBezTo>
                  <a:pt x="260858" y="265294"/>
                  <a:pt x="255411" y="268451"/>
                  <a:pt x="253809" y="273762"/>
                </a:cubicBezTo>
                <a:lnTo>
                  <a:pt x="249124" y="289182"/>
                </a:lnTo>
                <a:cubicBezTo>
                  <a:pt x="247329" y="295150"/>
                  <a:pt x="241833" y="299236"/>
                  <a:pt x="235601" y="299236"/>
                </a:cubicBezTo>
                <a:cubicBezTo>
                  <a:pt x="229369" y="299236"/>
                  <a:pt x="223873" y="295150"/>
                  <a:pt x="222078" y="289182"/>
                </a:cubicBezTo>
                <a:lnTo>
                  <a:pt x="217354" y="273762"/>
                </a:lnTo>
                <a:cubicBezTo>
                  <a:pt x="215753" y="268451"/>
                  <a:pt x="210306" y="265294"/>
                  <a:pt x="204901" y="266543"/>
                </a:cubicBezTo>
                <a:lnTo>
                  <a:pt x="189278" y="270159"/>
                </a:lnTo>
                <a:cubicBezTo>
                  <a:pt x="183193" y="271550"/>
                  <a:pt x="176912" y="268808"/>
                  <a:pt x="173796" y="263399"/>
                </a:cubicBezTo>
                <a:cubicBezTo>
                  <a:pt x="170681" y="257990"/>
                  <a:pt x="171460" y="251181"/>
                  <a:pt x="175717" y="246615"/>
                </a:cubicBezTo>
                <a:lnTo>
                  <a:pt x="186642" y="234837"/>
                </a:lnTo>
                <a:cubicBezTo>
                  <a:pt x="190421" y="230756"/>
                  <a:pt x="190421" y="224453"/>
                  <a:pt x="186642" y="220372"/>
                </a:cubicBezTo>
                <a:lnTo>
                  <a:pt x="175717" y="208594"/>
                </a:lnTo>
                <a:cubicBezTo>
                  <a:pt x="171473" y="204033"/>
                  <a:pt x="170695" y="197239"/>
                  <a:pt x="173798" y="191837"/>
                </a:cubicBezTo>
                <a:cubicBezTo>
                  <a:pt x="176901" y="186434"/>
                  <a:pt x="183161" y="183683"/>
                  <a:pt x="189240" y="185050"/>
                </a:cubicBezTo>
                <a:lnTo>
                  <a:pt x="204863" y="188667"/>
                </a:lnTo>
                <a:cubicBezTo>
                  <a:pt x="210268" y="189916"/>
                  <a:pt x="215715" y="186758"/>
                  <a:pt x="217316" y="181447"/>
                </a:cubicBezTo>
                <a:lnTo>
                  <a:pt x="222002" y="166027"/>
                </a:lnTo>
                <a:cubicBezTo>
                  <a:pt x="223776" y="160027"/>
                  <a:pt x="229287" y="155909"/>
                  <a:pt x="235544" y="155909"/>
                </a:cubicBezTo>
                <a:cubicBezTo>
                  <a:pt x="241801" y="155909"/>
                  <a:pt x="247312" y="160027"/>
                  <a:pt x="249085" y="166027"/>
                </a:cubicBezTo>
                <a:close/>
                <a:moveTo>
                  <a:pt x="133698" y="197363"/>
                </a:moveTo>
                <a:lnTo>
                  <a:pt x="6366" y="197363"/>
                </a:lnTo>
                <a:cubicBezTo>
                  <a:pt x="6367" y="165688"/>
                  <a:pt x="25914" y="137298"/>
                  <a:pt x="55504" y="125996"/>
                </a:cubicBezTo>
                <a:cubicBezTo>
                  <a:pt x="85094" y="114693"/>
                  <a:pt x="118590" y="122822"/>
                  <a:pt x="139708" y="146431"/>
                </a:cubicBezTo>
                <a:moveTo>
                  <a:pt x="35016" y="54115"/>
                </a:moveTo>
                <a:cubicBezTo>
                  <a:pt x="35016" y="80487"/>
                  <a:pt x="56394" y="101865"/>
                  <a:pt x="82765" y="101865"/>
                </a:cubicBezTo>
                <a:cubicBezTo>
                  <a:pt x="109136" y="101865"/>
                  <a:pt x="130514" y="80487"/>
                  <a:pt x="130514" y="54115"/>
                </a:cubicBezTo>
                <a:cubicBezTo>
                  <a:pt x="130514" y="27744"/>
                  <a:pt x="109136" y="6366"/>
                  <a:pt x="82765" y="6366"/>
                </a:cubicBezTo>
                <a:cubicBezTo>
                  <a:pt x="56394" y="6366"/>
                  <a:pt x="35016" y="27744"/>
                  <a:pt x="35016" y="54115"/>
                </a:cubicBezTo>
                <a:close/>
                <a:moveTo>
                  <a:pt x="155981" y="54115"/>
                </a:moveTo>
                <a:cubicBezTo>
                  <a:pt x="155981" y="80487"/>
                  <a:pt x="177359" y="101865"/>
                  <a:pt x="203730" y="101865"/>
                </a:cubicBezTo>
                <a:cubicBezTo>
                  <a:pt x="230101" y="101865"/>
                  <a:pt x="251479" y="80487"/>
                  <a:pt x="251479" y="54115"/>
                </a:cubicBezTo>
                <a:cubicBezTo>
                  <a:pt x="251479" y="27744"/>
                  <a:pt x="230101" y="6366"/>
                  <a:pt x="203730" y="6366"/>
                </a:cubicBezTo>
                <a:cubicBezTo>
                  <a:pt x="177359" y="6366"/>
                  <a:pt x="155981" y="27744"/>
                  <a:pt x="155981" y="54115"/>
                </a:cubicBezTo>
                <a:close/>
                <a:moveTo>
                  <a:pt x="247914" y="135035"/>
                </a:moveTo>
                <a:cubicBezTo>
                  <a:pt x="223637" y="117819"/>
                  <a:pt x="191572" y="116269"/>
                  <a:pt x="165747" y="131062"/>
                </a:cubicBezTo>
              </a:path>
            </a:pathLst>
          </a:custGeom>
          <a:noFill/>
          <a:ln w="1910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0" name="Group 29"/>
          <p:cNvGrpSpPr/>
          <p:nvPr/>
        </p:nvGrpSpPr>
        <p:grpSpPr>
          <a:xfrm>
            <a:off x="2818834" y="2777840"/>
            <a:ext cx="1566233" cy="288854"/>
            <a:chOff x="2818834" y="2773078"/>
            <a:chExt cx="1566233" cy="288854"/>
          </a:xfrm>
        </p:grpSpPr>
        <p:sp>
          <p:nvSpPr>
            <p:cNvPr id="28" name="TextBox 27"/>
            <p:cNvSpPr txBox="1"/>
            <p:nvPr/>
          </p:nvSpPr>
          <p:spPr>
            <a:xfrm>
              <a:off x="2818834" y="2773078"/>
              <a:ext cx="1801167" cy="144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Centralized management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818834" y="2917572"/>
              <a:ext cx="1801167" cy="144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interface</a:t>
              </a:r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5592044" y="3184566"/>
            <a:ext cx="241929" cy="280129"/>
          </a:xfrm>
          <a:custGeom>
            <a:avLst/>
            <a:gdLst/>
            <a:ahLst/>
            <a:cxnLst/>
            <a:rect l="0" t="0" r="0" b="0"/>
            <a:pathLst>
              <a:path w="241929" h="280129">
                <a:moveTo>
                  <a:pt x="12733" y="50932"/>
                </a:moveTo>
                <a:lnTo>
                  <a:pt x="152797" y="50932"/>
                </a:lnTo>
                <a:cubicBezTo>
                  <a:pt x="152797" y="50932"/>
                  <a:pt x="165530" y="50932"/>
                  <a:pt x="165530" y="63665"/>
                </a:cubicBezTo>
                <a:lnTo>
                  <a:pt x="165530" y="89132"/>
                </a:lnTo>
                <a:cubicBezTo>
                  <a:pt x="165530" y="89132"/>
                  <a:pt x="165530" y="101865"/>
                  <a:pt x="152797" y="101865"/>
                </a:cubicBezTo>
                <a:lnTo>
                  <a:pt x="12733" y="101865"/>
                </a:lnTo>
                <a:cubicBezTo>
                  <a:pt x="12733" y="101865"/>
                  <a:pt x="0" y="101865"/>
                  <a:pt x="0" y="89132"/>
                </a:cubicBezTo>
                <a:lnTo>
                  <a:pt x="0" y="63665"/>
                </a:lnTo>
                <a:cubicBezTo>
                  <a:pt x="0" y="63665"/>
                  <a:pt x="0" y="50932"/>
                  <a:pt x="12733" y="50932"/>
                </a:cubicBezTo>
                <a:moveTo>
                  <a:pt x="12733" y="140064"/>
                </a:moveTo>
                <a:lnTo>
                  <a:pt x="152797" y="140064"/>
                </a:lnTo>
                <a:cubicBezTo>
                  <a:pt x="152797" y="140064"/>
                  <a:pt x="165530" y="140064"/>
                  <a:pt x="165530" y="152797"/>
                </a:cubicBezTo>
                <a:lnTo>
                  <a:pt x="165530" y="178264"/>
                </a:lnTo>
                <a:cubicBezTo>
                  <a:pt x="165530" y="178264"/>
                  <a:pt x="165530" y="190997"/>
                  <a:pt x="152797" y="190997"/>
                </a:cubicBezTo>
                <a:lnTo>
                  <a:pt x="12733" y="190997"/>
                </a:lnTo>
                <a:cubicBezTo>
                  <a:pt x="12733" y="190997"/>
                  <a:pt x="0" y="190997"/>
                  <a:pt x="0" y="178264"/>
                </a:cubicBezTo>
                <a:lnTo>
                  <a:pt x="0" y="152797"/>
                </a:lnTo>
                <a:cubicBezTo>
                  <a:pt x="0" y="152797"/>
                  <a:pt x="0" y="140064"/>
                  <a:pt x="12733" y="140064"/>
                </a:cubicBezTo>
                <a:moveTo>
                  <a:pt x="12733" y="229196"/>
                </a:moveTo>
                <a:lnTo>
                  <a:pt x="152797" y="229196"/>
                </a:lnTo>
                <a:cubicBezTo>
                  <a:pt x="152797" y="229196"/>
                  <a:pt x="165530" y="229196"/>
                  <a:pt x="165530" y="241929"/>
                </a:cubicBezTo>
                <a:lnTo>
                  <a:pt x="165530" y="267396"/>
                </a:lnTo>
                <a:cubicBezTo>
                  <a:pt x="165530" y="267396"/>
                  <a:pt x="165530" y="280129"/>
                  <a:pt x="152797" y="280129"/>
                </a:cubicBezTo>
                <a:lnTo>
                  <a:pt x="12733" y="280129"/>
                </a:lnTo>
                <a:cubicBezTo>
                  <a:pt x="12733" y="280129"/>
                  <a:pt x="0" y="280129"/>
                  <a:pt x="0" y="267396"/>
                </a:cubicBezTo>
                <a:lnTo>
                  <a:pt x="0" y="241929"/>
                </a:lnTo>
                <a:cubicBezTo>
                  <a:pt x="0" y="241929"/>
                  <a:pt x="0" y="229196"/>
                  <a:pt x="12733" y="229196"/>
                </a:cubicBezTo>
                <a:moveTo>
                  <a:pt x="241929" y="0"/>
                </a:moveTo>
                <a:lnTo>
                  <a:pt x="241929" y="241929"/>
                </a:lnTo>
                <a:cubicBezTo>
                  <a:pt x="241929" y="248962"/>
                  <a:pt x="236229" y="254663"/>
                  <a:pt x="229196" y="254663"/>
                </a:cubicBezTo>
                <a:lnTo>
                  <a:pt x="165530" y="254663"/>
                </a:lnTo>
                <a:moveTo>
                  <a:pt x="165530" y="76398"/>
                </a:moveTo>
                <a:lnTo>
                  <a:pt x="241929" y="76398"/>
                </a:lnTo>
                <a:moveTo>
                  <a:pt x="165530" y="165530"/>
                </a:moveTo>
                <a:lnTo>
                  <a:pt x="241929" y="165530"/>
                </a:lnTo>
              </a:path>
            </a:pathLst>
          </a:custGeom>
          <a:noFill/>
          <a:ln w="1910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61255" y="3043479"/>
            <a:ext cx="1597790" cy="1650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68D5E9"/>
                </a:solidFill>
                <a:latin typeface="Montserrat"/>
              </a:rPr>
              <a:t>Manage Categories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5961255" y="3300914"/>
            <a:ext cx="1424778" cy="288855"/>
            <a:chOff x="5961255" y="3296152"/>
            <a:chExt cx="1424778" cy="288855"/>
          </a:xfrm>
        </p:grpSpPr>
        <p:sp>
          <p:nvSpPr>
            <p:cNvPr id="33" name="TextBox 32"/>
            <p:cNvSpPr txBox="1"/>
            <p:nvPr/>
          </p:nvSpPr>
          <p:spPr>
            <a:xfrm>
              <a:off x="5961255" y="3296152"/>
              <a:ext cx="1638494" cy="144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Administrative controls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961255" y="3440647"/>
              <a:ext cx="1638494" cy="144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for content taxonomy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-29945" y="376236"/>
            <a:ext cx="9203898" cy="3600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1">
                <a:solidFill>
                  <a:srgbClr val="68D5E9"/>
                </a:solidFill>
                <a:latin typeface="Montserrat"/>
              </a:rPr>
              <a:t>Admin Dashboard &amp; Moderation Workflow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85572" y="4306531"/>
            <a:ext cx="254873" cy="294109"/>
          </a:xfrm>
          <a:custGeom>
            <a:avLst/>
            <a:gdLst/>
            <a:ahLst/>
            <a:cxnLst/>
            <a:rect l="0" t="0" r="0" b="0"/>
            <a:pathLst>
              <a:path w="254873" h="294109">
                <a:moveTo>
                  <a:pt x="197469" y="83133"/>
                </a:moveTo>
                <a:lnTo>
                  <a:pt x="120624" y="194319"/>
                </a:lnTo>
                <a:lnTo>
                  <a:pt x="62332" y="136001"/>
                </a:lnTo>
                <a:moveTo>
                  <a:pt x="105" y="42068"/>
                </a:moveTo>
                <a:lnTo>
                  <a:pt x="105" y="139312"/>
                </a:lnTo>
                <a:cubicBezTo>
                  <a:pt x="0" y="203895"/>
                  <a:pt x="39596" y="261904"/>
                  <a:pt x="99780" y="285335"/>
                </a:cubicBezTo>
                <a:lnTo>
                  <a:pt x="113366" y="290607"/>
                </a:lnTo>
                <a:cubicBezTo>
                  <a:pt x="122419" y="294109"/>
                  <a:pt x="132453" y="294109"/>
                  <a:pt x="141506" y="290607"/>
                </a:cubicBezTo>
                <a:lnTo>
                  <a:pt x="155093" y="285335"/>
                </a:lnTo>
                <a:cubicBezTo>
                  <a:pt x="215276" y="261904"/>
                  <a:pt x="254873" y="203895"/>
                  <a:pt x="254768" y="139312"/>
                </a:cubicBezTo>
                <a:lnTo>
                  <a:pt x="254768" y="42068"/>
                </a:lnTo>
                <a:cubicBezTo>
                  <a:pt x="254830" y="34394"/>
                  <a:pt x="250398" y="27393"/>
                  <a:pt x="243435" y="24166"/>
                </a:cubicBezTo>
                <a:cubicBezTo>
                  <a:pt x="206889" y="8111"/>
                  <a:pt x="167351" y="0"/>
                  <a:pt x="127436" y="367"/>
                </a:cubicBezTo>
                <a:cubicBezTo>
                  <a:pt x="87521" y="0"/>
                  <a:pt x="47983" y="8111"/>
                  <a:pt x="11437" y="24166"/>
                </a:cubicBezTo>
                <a:cubicBezTo>
                  <a:pt x="4474" y="27393"/>
                  <a:pt x="43" y="34394"/>
                  <a:pt x="105" y="42068"/>
                </a:cubicBezTo>
                <a:close/>
              </a:path>
            </a:pathLst>
          </a:custGeom>
          <a:noFill/>
          <a:ln w="1910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61255" y="4172178"/>
            <a:ext cx="1800981" cy="1650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68D5E9"/>
                </a:solidFill>
                <a:latin typeface="Montserrat"/>
              </a:rPr>
              <a:t>Moderation Workflow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5961255" y="4512152"/>
            <a:ext cx="1343186" cy="288854"/>
            <a:chOff x="5961255" y="4507390"/>
            <a:chExt cx="1343186" cy="288854"/>
          </a:xfrm>
        </p:grpSpPr>
        <p:sp>
          <p:nvSpPr>
            <p:cNvPr id="39" name="TextBox 38"/>
            <p:cNvSpPr txBox="1"/>
            <p:nvPr/>
          </p:nvSpPr>
          <p:spPr>
            <a:xfrm>
              <a:off x="5961255" y="4507390"/>
              <a:ext cx="1544663" cy="144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Shield process for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961255" y="4651884"/>
              <a:ext cx="1544663" cy="144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reviewing user reports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961255" y="1208605"/>
            <a:ext cx="1424778" cy="288854"/>
            <a:chOff x="5961255" y="1203843"/>
            <a:chExt cx="1424778" cy="288854"/>
          </a:xfrm>
        </p:grpSpPr>
        <p:sp>
          <p:nvSpPr>
            <p:cNvPr id="42" name="TextBox 41"/>
            <p:cNvSpPr txBox="1"/>
            <p:nvPr/>
          </p:nvSpPr>
          <p:spPr>
            <a:xfrm>
              <a:off x="5961255" y="1203843"/>
              <a:ext cx="1638494" cy="144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Administrative controls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961255" y="1348337"/>
              <a:ext cx="1638494" cy="144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for user accounts</a:t>
              </a:r>
            </a:p>
          </p:txBody>
        </p:sp>
      </p:grpSp>
      <p:sp>
        <p:nvSpPr>
          <p:cNvPr id="45" name="Rounded Rectangle 44"/>
          <p:cNvSpPr/>
          <p:nvPr/>
        </p:nvSpPr>
        <p:spPr>
          <a:xfrm>
            <a:off x="2286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61C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28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3806967" y="1760786"/>
            <a:ext cx="246792" cy="339566"/>
            <a:chOff x="3806967" y="1756024"/>
            <a:chExt cx="246792" cy="339566"/>
          </a:xfrm>
        </p:grpSpPr>
        <p:sp>
          <p:nvSpPr>
            <p:cNvPr id="2" name="Rounded Rectangle 1"/>
            <p:cNvSpPr/>
            <p:nvPr/>
          </p:nvSpPr>
          <p:spPr>
            <a:xfrm>
              <a:off x="3820016" y="1773836"/>
              <a:ext cx="233743" cy="321754"/>
            </a:xfrm>
            <a:custGeom>
              <a:avLst/>
              <a:gdLst/>
              <a:ahLst/>
              <a:cxnLst/>
              <a:rect l="0" t="0" r="0" b="0"/>
              <a:pathLst>
                <a:path w="233743" h="321754">
                  <a:moveTo>
                    <a:pt x="233743" y="321754"/>
                  </a:moveTo>
                  <a:lnTo>
                    <a:pt x="0" y="0"/>
                  </a:lnTo>
                </a:path>
              </a:pathLst>
            </a:custGeom>
            <a:noFill/>
            <a:ln w="18366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3806967" y="1756024"/>
              <a:ext cx="80010" cy="86677"/>
            </a:xfrm>
            <a:custGeom>
              <a:avLst/>
              <a:gdLst/>
              <a:ahLst/>
              <a:cxnLst/>
              <a:rect l="0" t="0" r="0" b="0"/>
              <a:pathLst>
                <a:path w="80010" h="86677">
                  <a:moveTo>
                    <a:pt x="0" y="0"/>
                  </a:moveTo>
                  <a:lnTo>
                    <a:pt x="80010" y="36194"/>
                  </a:lnTo>
                  <a:lnTo>
                    <a:pt x="9525" y="86677"/>
                  </a:lnTo>
                  <a:close/>
                </a:path>
              </a:pathLst>
            </a:custGeom>
            <a:solidFill>
              <a:srgbClr val="68D5E9"/>
            </a:solidFill>
            <a:ln w="18366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335038" y="3086141"/>
            <a:ext cx="398335" cy="147637"/>
            <a:chOff x="3335038" y="3081379"/>
            <a:chExt cx="398335" cy="147637"/>
          </a:xfrm>
        </p:grpSpPr>
        <p:sp>
          <p:nvSpPr>
            <p:cNvPr id="5" name="Rounded Rectangle 4"/>
            <p:cNvSpPr/>
            <p:nvPr/>
          </p:nvSpPr>
          <p:spPr>
            <a:xfrm>
              <a:off x="3355136" y="3081379"/>
              <a:ext cx="378237" cy="122872"/>
            </a:xfrm>
            <a:custGeom>
              <a:avLst/>
              <a:gdLst/>
              <a:ahLst/>
              <a:cxnLst/>
              <a:rect l="0" t="0" r="0" b="0"/>
              <a:pathLst>
                <a:path w="378237" h="122872">
                  <a:moveTo>
                    <a:pt x="378237" y="0"/>
                  </a:moveTo>
                  <a:lnTo>
                    <a:pt x="0" y="122872"/>
                  </a:lnTo>
                </a:path>
              </a:pathLst>
            </a:custGeom>
            <a:noFill/>
            <a:ln w="18366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335038" y="3146149"/>
              <a:ext cx="84772" cy="82867"/>
            </a:xfrm>
            <a:custGeom>
              <a:avLst/>
              <a:gdLst/>
              <a:ahLst/>
              <a:cxnLst/>
              <a:rect l="0" t="0" r="0" b="0"/>
              <a:pathLst>
                <a:path w="84772" h="82867">
                  <a:moveTo>
                    <a:pt x="0" y="64770"/>
                  </a:moveTo>
                  <a:lnTo>
                    <a:pt x="58102" y="0"/>
                  </a:lnTo>
                  <a:lnTo>
                    <a:pt x="84772" y="82867"/>
                  </a:lnTo>
                  <a:close/>
                </a:path>
              </a:pathLst>
            </a:custGeom>
            <a:solidFill>
              <a:srgbClr val="68D5E9"/>
            </a:solidFill>
            <a:ln w="18366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529137" y="3695429"/>
            <a:ext cx="85725" cy="419100"/>
            <a:chOff x="4529137" y="3690667"/>
            <a:chExt cx="85725" cy="419100"/>
          </a:xfrm>
        </p:grpSpPr>
        <p:sp>
          <p:nvSpPr>
            <p:cNvPr id="8" name="Rounded Rectangle 7"/>
            <p:cNvSpPr/>
            <p:nvPr/>
          </p:nvSpPr>
          <p:spPr>
            <a:xfrm>
              <a:off x="4572000" y="3690667"/>
              <a:ext cx="9525" cy="397668"/>
            </a:xfrm>
            <a:custGeom>
              <a:avLst/>
              <a:gdLst/>
              <a:ahLst/>
              <a:cxnLst/>
              <a:rect l="0" t="0" r="0" b="0"/>
              <a:pathLst>
                <a:path w="9525" h="397668">
                  <a:moveTo>
                    <a:pt x="0" y="0"/>
                  </a:moveTo>
                  <a:lnTo>
                    <a:pt x="0" y="397668"/>
                  </a:lnTo>
                </a:path>
              </a:pathLst>
            </a:custGeom>
            <a:noFill/>
            <a:ln w="18366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529137" y="4034520"/>
              <a:ext cx="85725" cy="75247"/>
            </a:xfrm>
            <a:custGeom>
              <a:avLst/>
              <a:gdLst/>
              <a:ahLst/>
              <a:cxnLst/>
              <a:rect l="0" t="0" r="0" b="0"/>
              <a:pathLst>
                <a:path w="85725" h="75247">
                  <a:moveTo>
                    <a:pt x="42862" y="75247"/>
                  </a:moveTo>
                  <a:lnTo>
                    <a:pt x="0" y="0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68D5E9"/>
            </a:solidFill>
            <a:ln w="18366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410587" y="3086132"/>
            <a:ext cx="399097" cy="147637"/>
            <a:chOff x="5410587" y="3081370"/>
            <a:chExt cx="399097" cy="147637"/>
          </a:xfrm>
        </p:grpSpPr>
        <p:sp>
          <p:nvSpPr>
            <p:cNvPr id="11" name="Rounded Rectangle 10"/>
            <p:cNvSpPr/>
            <p:nvPr/>
          </p:nvSpPr>
          <p:spPr>
            <a:xfrm>
              <a:off x="5410587" y="3081370"/>
              <a:ext cx="378237" cy="122872"/>
            </a:xfrm>
            <a:custGeom>
              <a:avLst/>
              <a:gdLst/>
              <a:ahLst/>
              <a:cxnLst/>
              <a:rect l="0" t="0" r="0" b="0"/>
              <a:pathLst>
                <a:path w="378237" h="122872">
                  <a:moveTo>
                    <a:pt x="0" y="0"/>
                  </a:moveTo>
                  <a:lnTo>
                    <a:pt x="378237" y="122872"/>
                  </a:lnTo>
                </a:path>
              </a:pathLst>
            </a:custGeom>
            <a:noFill/>
            <a:ln w="18366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723959" y="3146140"/>
              <a:ext cx="85725" cy="82867"/>
            </a:xfrm>
            <a:custGeom>
              <a:avLst/>
              <a:gdLst/>
              <a:ahLst/>
              <a:cxnLst/>
              <a:rect l="0" t="0" r="0" b="0"/>
              <a:pathLst>
                <a:path w="85725" h="82867">
                  <a:moveTo>
                    <a:pt x="85725" y="64770"/>
                  </a:moveTo>
                  <a:lnTo>
                    <a:pt x="0" y="82867"/>
                  </a:lnTo>
                  <a:lnTo>
                    <a:pt x="26669" y="0"/>
                  </a:lnTo>
                  <a:close/>
                </a:path>
              </a:pathLst>
            </a:custGeom>
            <a:solidFill>
              <a:srgbClr val="68D5E9"/>
            </a:solidFill>
            <a:ln w="18366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090268" y="1760772"/>
            <a:ext cx="246697" cy="339566"/>
            <a:chOff x="5090268" y="1756010"/>
            <a:chExt cx="246697" cy="339566"/>
          </a:xfrm>
        </p:grpSpPr>
        <p:sp>
          <p:nvSpPr>
            <p:cNvPr id="14" name="Rounded Rectangle 13"/>
            <p:cNvSpPr/>
            <p:nvPr/>
          </p:nvSpPr>
          <p:spPr>
            <a:xfrm>
              <a:off x="5090268" y="1773822"/>
              <a:ext cx="233743" cy="321754"/>
            </a:xfrm>
            <a:custGeom>
              <a:avLst/>
              <a:gdLst/>
              <a:ahLst/>
              <a:cxnLst/>
              <a:rect l="0" t="0" r="0" b="0"/>
              <a:pathLst>
                <a:path w="233743" h="321754">
                  <a:moveTo>
                    <a:pt x="0" y="321754"/>
                  </a:moveTo>
                  <a:lnTo>
                    <a:pt x="233743" y="0"/>
                  </a:lnTo>
                </a:path>
              </a:pathLst>
            </a:custGeom>
            <a:noFill/>
            <a:ln w="18366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256955" y="1756010"/>
              <a:ext cx="80010" cy="86677"/>
            </a:xfrm>
            <a:custGeom>
              <a:avLst/>
              <a:gdLst/>
              <a:ahLst/>
              <a:cxnLst/>
              <a:rect l="0" t="0" r="0" b="0"/>
              <a:pathLst>
                <a:path w="80010" h="86677">
                  <a:moveTo>
                    <a:pt x="80010" y="0"/>
                  </a:moveTo>
                  <a:lnTo>
                    <a:pt x="70485" y="86677"/>
                  </a:lnTo>
                  <a:lnTo>
                    <a:pt x="0" y="36194"/>
                  </a:lnTo>
                  <a:close/>
                </a:path>
              </a:pathLst>
            </a:custGeom>
            <a:solidFill>
              <a:srgbClr val="68D5E9"/>
            </a:solidFill>
            <a:ln w="18366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240790" y="376236"/>
            <a:ext cx="6662420" cy="3600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1">
                <a:solidFill>
                  <a:srgbClr val="68D5E9"/>
                </a:solidFill>
                <a:latin typeface="Montserrat"/>
              </a:rPr>
              <a:t>Core Data Model Relationships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1298" y="1336761"/>
            <a:ext cx="2807084" cy="264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700" b="1">
                <a:solidFill>
                  <a:srgbClr val="68D5E9"/>
                </a:solidFill>
                <a:latin typeface="Montserrat"/>
              </a:rPr>
              <a:t>Expert to Mentorship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5617" y="1336761"/>
            <a:ext cx="2017504" cy="264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68D5E9"/>
                </a:solidFill>
                <a:latin typeface="Montserrat"/>
              </a:rPr>
              <a:t>User to Profiles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49498" y="2501353"/>
            <a:ext cx="845003" cy="551636"/>
          </a:xfrm>
          <a:custGeom>
            <a:avLst/>
            <a:gdLst/>
            <a:ahLst/>
            <a:cxnLst/>
            <a:rect l="0" t="0" r="0" b="0"/>
            <a:pathLst>
              <a:path w="845003" h="551636">
                <a:moveTo>
                  <a:pt x="312283" y="365078"/>
                </a:moveTo>
                <a:cubicBezTo>
                  <a:pt x="312283" y="405659"/>
                  <a:pt x="353405" y="438556"/>
                  <a:pt x="404132" y="438556"/>
                </a:cubicBezTo>
                <a:cubicBezTo>
                  <a:pt x="454858" y="438556"/>
                  <a:pt x="495980" y="405659"/>
                  <a:pt x="495980" y="365078"/>
                </a:cubicBezTo>
                <a:cubicBezTo>
                  <a:pt x="495980" y="324497"/>
                  <a:pt x="454858" y="291599"/>
                  <a:pt x="404132" y="291599"/>
                </a:cubicBezTo>
                <a:cubicBezTo>
                  <a:pt x="353405" y="291599"/>
                  <a:pt x="312283" y="324497"/>
                  <a:pt x="312283" y="365078"/>
                </a:cubicBezTo>
                <a:close/>
                <a:moveTo>
                  <a:pt x="404132" y="146957"/>
                </a:moveTo>
                <a:lnTo>
                  <a:pt x="404132" y="236490"/>
                </a:lnTo>
                <a:moveTo>
                  <a:pt x="330653" y="73478"/>
                </a:moveTo>
                <a:cubicBezTo>
                  <a:pt x="330653" y="114059"/>
                  <a:pt x="363551" y="146957"/>
                  <a:pt x="404132" y="146957"/>
                </a:cubicBezTo>
                <a:cubicBezTo>
                  <a:pt x="444713" y="146957"/>
                  <a:pt x="477610" y="114059"/>
                  <a:pt x="477610" y="73478"/>
                </a:cubicBezTo>
                <a:cubicBezTo>
                  <a:pt x="477610" y="32897"/>
                  <a:pt x="444713" y="0"/>
                  <a:pt x="404132" y="0"/>
                </a:cubicBezTo>
                <a:cubicBezTo>
                  <a:pt x="363551" y="0"/>
                  <a:pt x="330653" y="32897"/>
                  <a:pt x="330653" y="73478"/>
                </a:cubicBezTo>
                <a:close/>
                <a:moveTo>
                  <a:pt x="734785" y="365078"/>
                </a:moveTo>
                <a:lnTo>
                  <a:pt x="532719" y="365078"/>
                </a:lnTo>
                <a:moveTo>
                  <a:pt x="734785" y="365078"/>
                </a:moveTo>
                <a:cubicBezTo>
                  <a:pt x="734785" y="395514"/>
                  <a:pt x="759458" y="420187"/>
                  <a:pt x="789894" y="420187"/>
                </a:cubicBezTo>
                <a:cubicBezTo>
                  <a:pt x="820330" y="420187"/>
                  <a:pt x="845003" y="395514"/>
                  <a:pt x="845003" y="365078"/>
                </a:cubicBezTo>
                <a:cubicBezTo>
                  <a:pt x="845003" y="334642"/>
                  <a:pt x="820330" y="309969"/>
                  <a:pt x="789894" y="309969"/>
                </a:cubicBezTo>
                <a:cubicBezTo>
                  <a:pt x="759458" y="309969"/>
                  <a:pt x="734785" y="334642"/>
                  <a:pt x="734785" y="365078"/>
                </a:cubicBezTo>
                <a:close/>
                <a:moveTo>
                  <a:pt x="558547" y="483378"/>
                </a:moveTo>
                <a:lnTo>
                  <a:pt x="506634" y="442745"/>
                </a:lnTo>
                <a:moveTo>
                  <a:pt x="565784" y="534850"/>
                </a:moveTo>
                <a:cubicBezTo>
                  <a:pt x="549598" y="522603"/>
                  <a:pt x="546410" y="499552"/>
                  <a:pt x="558664" y="483371"/>
                </a:cubicBezTo>
                <a:cubicBezTo>
                  <a:pt x="570918" y="467190"/>
                  <a:pt x="593971" y="464012"/>
                  <a:pt x="610146" y="476274"/>
                </a:cubicBezTo>
                <a:cubicBezTo>
                  <a:pt x="626321" y="488535"/>
                  <a:pt x="629488" y="511590"/>
                  <a:pt x="617219" y="527759"/>
                </a:cubicBezTo>
                <a:cubicBezTo>
                  <a:pt x="604967" y="543908"/>
                  <a:pt x="581950" y="547081"/>
                  <a:pt x="565784" y="534850"/>
                </a:cubicBezTo>
                <a:close/>
                <a:moveTo>
                  <a:pt x="702675" y="184321"/>
                </a:moveTo>
                <a:lnTo>
                  <a:pt x="514129" y="298506"/>
                </a:lnTo>
                <a:moveTo>
                  <a:pt x="753155" y="196738"/>
                </a:moveTo>
                <a:cubicBezTo>
                  <a:pt x="735794" y="207231"/>
                  <a:pt x="713214" y="201668"/>
                  <a:pt x="702715" y="184311"/>
                </a:cubicBezTo>
                <a:cubicBezTo>
                  <a:pt x="692216" y="166954"/>
                  <a:pt x="697771" y="144373"/>
                  <a:pt x="715124" y="133867"/>
                </a:cubicBezTo>
                <a:cubicBezTo>
                  <a:pt x="732478" y="123362"/>
                  <a:pt x="755061" y="128909"/>
                  <a:pt x="765573" y="146259"/>
                </a:cubicBezTo>
                <a:cubicBezTo>
                  <a:pt x="770625" y="154598"/>
                  <a:pt x="772156" y="164604"/>
                  <a:pt x="769826" y="174072"/>
                </a:cubicBezTo>
                <a:cubicBezTo>
                  <a:pt x="767497" y="183541"/>
                  <a:pt x="761500" y="191695"/>
                  <a:pt x="753155" y="196738"/>
                </a:cubicBezTo>
                <a:close/>
                <a:moveTo>
                  <a:pt x="110217" y="365151"/>
                </a:moveTo>
                <a:lnTo>
                  <a:pt x="275544" y="364710"/>
                </a:lnTo>
                <a:moveTo>
                  <a:pt x="55108" y="310226"/>
                </a:moveTo>
                <a:cubicBezTo>
                  <a:pt x="85544" y="310226"/>
                  <a:pt x="110217" y="334899"/>
                  <a:pt x="110217" y="365335"/>
                </a:cubicBezTo>
                <a:cubicBezTo>
                  <a:pt x="110217" y="395771"/>
                  <a:pt x="85544" y="420444"/>
                  <a:pt x="55108" y="420444"/>
                </a:cubicBezTo>
                <a:cubicBezTo>
                  <a:pt x="24673" y="420444"/>
                  <a:pt x="0" y="395771"/>
                  <a:pt x="0" y="365335"/>
                </a:cubicBezTo>
                <a:cubicBezTo>
                  <a:pt x="0" y="334899"/>
                  <a:pt x="24673" y="310226"/>
                  <a:pt x="55108" y="310226"/>
                </a:cubicBezTo>
                <a:close/>
                <a:moveTo>
                  <a:pt x="210736" y="490506"/>
                </a:moveTo>
                <a:lnTo>
                  <a:pt x="293987" y="431466"/>
                </a:lnTo>
                <a:moveTo>
                  <a:pt x="160220" y="478382"/>
                </a:moveTo>
                <a:cubicBezTo>
                  <a:pt x="177527" y="467767"/>
                  <a:pt x="200163" y="473203"/>
                  <a:pt x="210763" y="490519"/>
                </a:cubicBezTo>
                <a:cubicBezTo>
                  <a:pt x="221362" y="507836"/>
                  <a:pt x="215907" y="530467"/>
                  <a:pt x="198580" y="541052"/>
                </a:cubicBezTo>
                <a:cubicBezTo>
                  <a:pt x="181254" y="551636"/>
                  <a:pt x="158628" y="546160"/>
                  <a:pt x="148059" y="528825"/>
                </a:cubicBezTo>
                <a:cubicBezTo>
                  <a:pt x="137516" y="511533"/>
                  <a:pt x="142956" y="488970"/>
                  <a:pt x="160220" y="478382"/>
                </a:cubicBezTo>
                <a:close/>
                <a:moveTo>
                  <a:pt x="145928" y="189464"/>
                </a:moveTo>
                <a:lnTo>
                  <a:pt x="298065" y="292407"/>
                </a:lnTo>
                <a:moveTo>
                  <a:pt x="135935" y="138470"/>
                </a:moveTo>
                <a:cubicBezTo>
                  <a:pt x="152750" y="149833"/>
                  <a:pt x="157167" y="172677"/>
                  <a:pt x="145800" y="189489"/>
                </a:cubicBezTo>
                <a:cubicBezTo>
                  <a:pt x="134433" y="206301"/>
                  <a:pt x="111587" y="210712"/>
                  <a:pt x="94778" y="199341"/>
                </a:cubicBezTo>
                <a:cubicBezTo>
                  <a:pt x="77969" y="187969"/>
                  <a:pt x="73564" y="165122"/>
                  <a:pt x="84941" y="148316"/>
                </a:cubicBezTo>
                <a:cubicBezTo>
                  <a:pt x="96308" y="131523"/>
                  <a:pt x="119132" y="127116"/>
                  <a:pt x="135935" y="138470"/>
                </a:cubicBezTo>
                <a:close/>
              </a:path>
            </a:pathLst>
          </a:custGeom>
          <a:noFill/>
          <a:ln w="18366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3" name="Group 22"/>
          <p:cNvGrpSpPr/>
          <p:nvPr/>
        </p:nvGrpSpPr>
        <p:grpSpPr>
          <a:xfrm>
            <a:off x="526502" y="2953317"/>
            <a:ext cx="2618108" cy="528998"/>
            <a:chOff x="526502" y="2948555"/>
            <a:chExt cx="2618108" cy="528998"/>
          </a:xfrm>
        </p:grpSpPr>
        <p:sp>
          <p:nvSpPr>
            <p:cNvPr id="21" name="TextBox 20"/>
            <p:cNvSpPr txBox="1"/>
            <p:nvPr/>
          </p:nvSpPr>
          <p:spPr>
            <a:xfrm>
              <a:off x="133786" y="2948555"/>
              <a:ext cx="3010824" cy="2645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700" b="1">
                  <a:solidFill>
                    <a:srgbClr val="68D5E9"/>
                  </a:solidFill>
                  <a:latin typeface="Montserrat"/>
                </a:rPr>
                <a:t>Learner to Enrollment/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33786" y="3213064"/>
              <a:ext cx="3010824" cy="264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700" b="1">
                  <a:solidFill>
                    <a:srgbClr val="68D5E9"/>
                  </a:solidFill>
                  <a:latin typeface="Montserrat"/>
                </a:rPr>
                <a:t>Progress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5999389" y="3085552"/>
            <a:ext cx="2317988" cy="264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68D5E9"/>
                </a:solidFill>
                <a:latin typeface="Montserrat"/>
              </a:rPr>
              <a:t>Creator to Course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6774" y="4283251"/>
            <a:ext cx="2030452" cy="264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700" b="1">
                <a:solidFill>
                  <a:srgbClr val="68D5E9"/>
                </a:solidFill>
                <a:latin typeface="Montserrat"/>
              </a:rPr>
              <a:t>Course to Units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867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61C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300063" y="2046079"/>
            <a:ext cx="573647" cy="573647"/>
          </a:xfrm>
          <a:custGeom>
            <a:avLst/>
            <a:gdLst/>
            <a:ahLst/>
            <a:cxnLst/>
            <a:rect l="0" t="0" r="0" b="0"/>
            <a:pathLst>
              <a:path w="573647" h="573647">
                <a:moveTo>
                  <a:pt x="573647" y="286823"/>
                </a:moveTo>
                <a:cubicBezTo>
                  <a:pt x="573647" y="128415"/>
                  <a:pt x="445232" y="0"/>
                  <a:pt x="286823" y="0"/>
                </a:cubicBezTo>
                <a:cubicBezTo>
                  <a:pt x="128415" y="0"/>
                  <a:pt x="0" y="128414"/>
                  <a:pt x="0" y="286823"/>
                </a:cubicBezTo>
                <a:cubicBezTo>
                  <a:pt x="0" y="445231"/>
                  <a:pt x="128414" y="573647"/>
                  <a:pt x="286823" y="573647"/>
                </a:cubicBezTo>
                <a:cubicBezTo>
                  <a:pt x="445231" y="573647"/>
                  <a:pt x="573647" y="445232"/>
                  <a:pt x="573647" y="286823"/>
                </a:cubicBezTo>
                <a:close/>
              </a:path>
            </a:pathLst>
          </a:custGeom>
          <a:noFill/>
          <a:ln w="1195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Group 4"/>
          <p:cNvGrpSpPr/>
          <p:nvPr/>
        </p:nvGrpSpPr>
        <p:grpSpPr>
          <a:xfrm>
            <a:off x="3396606" y="2722849"/>
            <a:ext cx="68579" cy="496537"/>
            <a:chOff x="3396606" y="2718087"/>
            <a:chExt cx="68579" cy="496537"/>
          </a:xfrm>
        </p:grpSpPr>
        <p:sp>
          <p:nvSpPr>
            <p:cNvPr id="3" name="Rounded Rectangle 2"/>
            <p:cNvSpPr/>
            <p:nvPr/>
          </p:nvSpPr>
          <p:spPr>
            <a:xfrm>
              <a:off x="3418513" y="2735422"/>
              <a:ext cx="28479" cy="479202"/>
            </a:xfrm>
            <a:custGeom>
              <a:avLst/>
              <a:gdLst/>
              <a:ahLst/>
              <a:cxnLst/>
              <a:rect l="0" t="0" r="0" b="0"/>
              <a:pathLst>
                <a:path w="28479" h="479202">
                  <a:moveTo>
                    <a:pt x="18383" y="0"/>
                  </a:moveTo>
                  <a:cubicBezTo>
                    <a:pt x="6286" y="69532"/>
                    <a:pt x="0" y="140970"/>
                    <a:pt x="0" y="213931"/>
                  </a:cubicBezTo>
                  <a:cubicBezTo>
                    <a:pt x="0" y="304990"/>
                    <a:pt x="9906" y="393668"/>
                    <a:pt x="28479" y="479202"/>
                  </a:cubicBezTo>
                </a:path>
              </a:pathLst>
            </a:custGeom>
            <a:noFill/>
            <a:ln w="1195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396606" y="2718087"/>
              <a:ext cx="68579" cy="65722"/>
            </a:xfrm>
            <a:custGeom>
              <a:avLst/>
              <a:gdLst/>
              <a:ahLst/>
              <a:cxnLst/>
              <a:rect l="0" t="0" r="0" b="0"/>
              <a:pathLst>
                <a:path w="68579" h="65722">
                  <a:moveTo>
                    <a:pt x="43815" y="0"/>
                  </a:moveTo>
                  <a:lnTo>
                    <a:pt x="68579" y="65722"/>
                  </a:lnTo>
                  <a:lnTo>
                    <a:pt x="0" y="54292"/>
                  </a:lnTo>
                  <a:close/>
                </a:path>
              </a:pathLst>
            </a:custGeom>
            <a:solidFill>
              <a:srgbClr val="68D5E9"/>
            </a:solidFill>
            <a:ln w="1195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3300063" y="3288487"/>
            <a:ext cx="573647" cy="573647"/>
          </a:xfrm>
          <a:custGeom>
            <a:avLst/>
            <a:gdLst/>
            <a:ahLst/>
            <a:cxnLst/>
            <a:rect l="0" t="0" r="0" b="0"/>
            <a:pathLst>
              <a:path w="573647" h="573647">
                <a:moveTo>
                  <a:pt x="573647" y="286823"/>
                </a:moveTo>
                <a:cubicBezTo>
                  <a:pt x="573647" y="128415"/>
                  <a:pt x="445232" y="0"/>
                  <a:pt x="286823" y="0"/>
                </a:cubicBezTo>
                <a:cubicBezTo>
                  <a:pt x="128415" y="0"/>
                  <a:pt x="0" y="128414"/>
                  <a:pt x="0" y="286823"/>
                </a:cubicBezTo>
                <a:cubicBezTo>
                  <a:pt x="0" y="445231"/>
                  <a:pt x="128414" y="573647"/>
                  <a:pt x="286823" y="573647"/>
                </a:cubicBezTo>
                <a:cubicBezTo>
                  <a:pt x="445231" y="573647"/>
                  <a:pt x="573647" y="445232"/>
                  <a:pt x="573647" y="286823"/>
                </a:cubicBezTo>
                <a:close/>
              </a:path>
            </a:pathLst>
          </a:custGeom>
          <a:noFill/>
          <a:ln w="1195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3851735" y="3897010"/>
            <a:ext cx="431672" cy="241458"/>
            <a:chOff x="3851735" y="3892248"/>
            <a:chExt cx="431672" cy="241458"/>
          </a:xfrm>
        </p:grpSpPr>
        <p:sp>
          <p:nvSpPr>
            <p:cNvPr id="7" name="Rounded Rectangle 6"/>
            <p:cNvSpPr/>
            <p:nvPr/>
          </p:nvSpPr>
          <p:spPr>
            <a:xfrm>
              <a:off x="3864498" y="3903297"/>
              <a:ext cx="418909" cy="230409"/>
            </a:xfrm>
            <a:custGeom>
              <a:avLst/>
              <a:gdLst/>
              <a:ahLst/>
              <a:cxnLst/>
              <a:rect l="0" t="0" r="0" b="0"/>
              <a:pathLst>
                <a:path w="418909" h="230409">
                  <a:moveTo>
                    <a:pt x="0" y="0"/>
                  </a:moveTo>
                  <a:cubicBezTo>
                    <a:pt x="122015" y="102012"/>
                    <a:pt x="263842" y="180975"/>
                    <a:pt x="418909" y="230409"/>
                  </a:cubicBezTo>
                </a:path>
              </a:pathLst>
            </a:custGeom>
            <a:noFill/>
            <a:ln w="1195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851735" y="3892248"/>
              <a:ext cx="69532" cy="64770"/>
            </a:xfrm>
            <a:custGeom>
              <a:avLst/>
              <a:gdLst/>
              <a:ahLst/>
              <a:cxnLst/>
              <a:rect l="0" t="0" r="0" b="0"/>
              <a:pathLst>
                <a:path w="69532" h="64770">
                  <a:moveTo>
                    <a:pt x="0" y="0"/>
                  </a:moveTo>
                  <a:lnTo>
                    <a:pt x="69532" y="11429"/>
                  </a:lnTo>
                  <a:lnTo>
                    <a:pt x="24765" y="64770"/>
                  </a:lnTo>
                  <a:close/>
                </a:path>
              </a:pathLst>
            </a:custGeom>
            <a:solidFill>
              <a:srgbClr val="68D5E9"/>
            </a:solidFill>
            <a:ln w="1195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" name="Rounded Rectangle 9"/>
          <p:cNvSpPr/>
          <p:nvPr/>
        </p:nvSpPr>
        <p:spPr>
          <a:xfrm>
            <a:off x="4374592" y="3910234"/>
            <a:ext cx="573647" cy="573647"/>
          </a:xfrm>
          <a:custGeom>
            <a:avLst/>
            <a:gdLst/>
            <a:ahLst/>
            <a:cxnLst/>
            <a:rect l="0" t="0" r="0" b="0"/>
            <a:pathLst>
              <a:path w="573647" h="573647">
                <a:moveTo>
                  <a:pt x="573647" y="286823"/>
                </a:moveTo>
                <a:cubicBezTo>
                  <a:pt x="573647" y="128415"/>
                  <a:pt x="445232" y="0"/>
                  <a:pt x="286823" y="0"/>
                </a:cubicBezTo>
                <a:cubicBezTo>
                  <a:pt x="128415" y="0"/>
                  <a:pt x="0" y="128414"/>
                  <a:pt x="0" y="286823"/>
                </a:cubicBezTo>
                <a:cubicBezTo>
                  <a:pt x="0" y="445231"/>
                  <a:pt x="128414" y="573647"/>
                  <a:pt x="286823" y="573647"/>
                </a:cubicBezTo>
                <a:cubicBezTo>
                  <a:pt x="445231" y="573647"/>
                  <a:pt x="573647" y="445232"/>
                  <a:pt x="573647" y="286823"/>
                </a:cubicBezTo>
                <a:close/>
              </a:path>
            </a:pathLst>
          </a:custGeom>
          <a:noFill/>
          <a:ln w="1195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3" name="Group 12"/>
          <p:cNvGrpSpPr/>
          <p:nvPr/>
        </p:nvGrpSpPr>
        <p:grpSpPr>
          <a:xfrm>
            <a:off x="5071991" y="3874023"/>
            <a:ext cx="425291" cy="263842"/>
            <a:chOff x="5071991" y="3869261"/>
            <a:chExt cx="425291" cy="263842"/>
          </a:xfrm>
        </p:grpSpPr>
        <p:sp>
          <p:nvSpPr>
            <p:cNvPr id="11" name="Rounded Rectangle 10"/>
            <p:cNvSpPr/>
            <p:nvPr/>
          </p:nvSpPr>
          <p:spPr>
            <a:xfrm>
              <a:off x="5089041" y="3869261"/>
              <a:ext cx="408241" cy="247459"/>
            </a:xfrm>
            <a:custGeom>
              <a:avLst/>
              <a:gdLst/>
              <a:ahLst/>
              <a:cxnLst/>
              <a:rect l="0" t="0" r="0" b="0"/>
              <a:pathLst>
                <a:path w="408241" h="247459">
                  <a:moveTo>
                    <a:pt x="0" y="247459"/>
                  </a:moveTo>
                  <a:cubicBezTo>
                    <a:pt x="152209" y="191643"/>
                    <a:pt x="290512" y="106965"/>
                    <a:pt x="408241" y="0"/>
                  </a:cubicBezTo>
                </a:path>
              </a:pathLst>
            </a:custGeom>
            <a:noFill/>
            <a:ln w="1195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071991" y="4068333"/>
              <a:ext cx="69532" cy="64770"/>
            </a:xfrm>
            <a:custGeom>
              <a:avLst/>
              <a:gdLst/>
              <a:ahLst/>
              <a:cxnLst/>
              <a:rect l="0" t="0" r="0" b="0"/>
              <a:pathLst>
                <a:path w="69532" h="64770">
                  <a:moveTo>
                    <a:pt x="0" y="54292"/>
                  </a:moveTo>
                  <a:lnTo>
                    <a:pt x="44767" y="0"/>
                  </a:lnTo>
                  <a:lnTo>
                    <a:pt x="69532" y="64770"/>
                  </a:lnTo>
                  <a:close/>
                </a:path>
              </a:pathLst>
            </a:custGeom>
            <a:solidFill>
              <a:srgbClr val="68D5E9"/>
            </a:solidFill>
            <a:ln w="1195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5449128" y="3288491"/>
            <a:ext cx="573647" cy="573647"/>
          </a:xfrm>
          <a:custGeom>
            <a:avLst/>
            <a:gdLst/>
            <a:ahLst/>
            <a:cxnLst/>
            <a:rect l="0" t="0" r="0" b="0"/>
            <a:pathLst>
              <a:path w="573647" h="573647">
                <a:moveTo>
                  <a:pt x="573647" y="286823"/>
                </a:moveTo>
                <a:cubicBezTo>
                  <a:pt x="573647" y="128415"/>
                  <a:pt x="445232" y="0"/>
                  <a:pt x="286823" y="0"/>
                </a:cubicBezTo>
                <a:cubicBezTo>
                  <a:pt x="128415" y="0"/>
                  <a:pt x="0" y="128414"/>
                  <a:pt x="0" y="286823"/>
                </a:cubicBezTo>
                <a:cubicBezTo>
                  <a:pt x="0" y="445231"/>
                  <a:pt x="128414" y="573647"/>
                  <a:pt x="286823" y="573647"/>
                </a:cubicBezTo>
                <a:cubicBezTo>
                  <a:pt x="445231" y="573647"/>
                  <a:pt x="573647" y="445232"/>
                  <a:pt x="573647" y="286823"/>
                </a:cubicBezTo>
                <a:close/>
              </a:path>
            </a:pathLst>
          </a:custGeom>
          <a:noFill/>
          <a:ln w="1195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7" name="Group 16"/>
          <p:cNvGrpSpPr/>
          <p:nvPr/>
        </p:nvGrpSpPr>
        <p:grpSpPr>
          <a:xfrm>
            <a:off x="5857704" y="2688733"/>
            <a:ext cx="68579" cy="496252"/>
            <a:chOff x="5857704" y="2683971"/>
            <a:chExt cx="68579" cy="496252"/>
          </a:xfrm>
        </p:grpSpPr>
        <p:sp>
          <p:nvSpPr>
            <p:cNvPr id="15" name="Rounded Rectangle 14"/>
            <p:cNvSpPr/>
            <p:nvPr/>
          </p:nvSpPr>
          <p:spPr>
            <a:xfrm>
              <a:off x="5875802" y="2683971"/>
              <a:ext cx="28479" cy="479202"/>
            </a:xfrm>
            <a:custGeom>
              <a:avLst/>
              <a:gdLst/>
              <a:ahLst/>
              <a:cxnLst/>
              <a:rect l="0" t="0" r="0" b="0"/>
              <a:pathLst>
                <a:path w="28479" h="479202">
                  <a:moveTo>
                    <a:pt x="10096" y="479202"/>
                  </a:moveTo>
                  <a:cubicBezTo>
                    <a:pt x="22098" y="409765"/>
                    <a:pt x="28479" y="338327"/>
                    <a:pt x="28479" y="265366"/>
                  </a:cubicBezTo>
                  <a:cubicBezTo>
                    <a:pt x="28479" y="174307"/>
                    <a:pt x="18669" y="85534"/>
                    <a:pt x="0" y="0"/>
                  </a:cubicBezTo>
                </a:path>
              </a:pathLst>
            </a:custGeom>
            <a:noFill/>
            <a:ln w="1195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857704" y="3114501"/>
              <a:ext cx="68579" cy="65722"/>
            </a:xfrm>
            <a:custGeom>
              <a:avLst/>
              <a:gdLst/>
              <a:ahLst/>
              <a:cxnLst/>
              <a:rect l="0" t="0" r="0" b="0"/>
              <a:pathLst>
                <a:path w="68579" h="65722">
                  <a:moveTo>
                    <a:pt x="24765" y="65722"/>
                  </a:moveTo>
                  <a:lnTo>
                    <a:pt x="0" y="0"/>
                  </a:lnTo>
                  <a:lnTo>
                    <a:pt x="68579" y="11430"/>
                  </a:lnTo>
                  <a:close/>
                </a:path>
              </a:pathLst>
            </a:custGeom>
            <a:solidFill>
              <a:srgbClr val="68D5E9"/>
            </a:solidFill>
            <a:ln w="1195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5449135" y="2046080"/>
            <a:ext cx="573647" cy="573647"/>
          </a:xfrm>
          <a:custGeom>
            <a:avLst/>
            <a:gdLst/>
            <a:ahLst/>
            <a:cxnLst/>
            <a:rect l="0" t="0" r="0" b="0"/>
            <a:pathLst>
              <a:path w="573647" h="573647">
                <a:moveTo>
                  <a:pt x="573647" y="286823"/>
                </a:moveTo>
                <a:cubicBezTo>
                  <a:pt x="573647" y="128415"/>
                  <a:pt x="445232" y="0"/>
                  <a:pt x="286823" y="0"/>
                </a:cubicBezTo>
                <a:cubicBezTo>
                  <a:pt x="128415" y="0"/>
                  <a:pt x="0" y="128414"/>
                  <a:pt x="0" y="286823"/>
                </a:cubicBezTo>
                <a:cubicBezTo>
                  <a:pt x="0" y="445231"/>
                  <a:pt x="128414" y="573647"/>
                  <a:pt x="286823" y="573647"/>
                </a:cubicBezTo>
                <a:cubicBezTo>
                  <a:pt x="445231" y="573647"/>
                  <a:pt x="573647" y="445232"/>
                  <a:pt x="573647" y="286823"/>
                </a:cubicBezTo>
                <a:close/>
              </a:path>
            </a:pathLst>
          </a:custGeom>
          <a:noFill/>
          <a:ln w="1195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1" name="Group 20"/>
          <p:cNvGrpSpPr/>
          <p:nvPr/>
        </p:nvGrpSpPr>
        <p:grpSpPr>
          <a:xfrm>
            <a:off x="5039393" y="1769854"/>
            <a:ext cx="431482" cy="241934"/>
            <a:chOff x="5039393" y="1765092"/>
            <a:chExt cx="431482" cy="241934"/>
          </a:xfrm>
        </p:grpSpPr>
        <p:sp>
          <p:nvSpPr>
            <p:cNvPr id="19" name="Rounded Rectangle 18"/>
            <p:cNvSpPr/>
            <p:nvPr/>
          </p:nvSpPr>
          <p:spPr>
            <a:xfrm>
              <a:off x="5039393" y="1765092"/>
              <a:ext cx="418814" cy="230314"/>
            </a:xfrm>
            <a:custGeom>
              <a:avLst/>
              <a:gdLst/>
              <a:ahLst/>
              <a:cxnLst/>
              <a:rect l="0" t="0" r="0" b="0"/>
              <a:pathLst>
                <a:path w="418814" h="230314">
                  <a:moveTo>
                    <a:pt x="418814" y="230314"/>
                  </a:moveTo>
                  <a:cubicBezTo>
                    <a:pt x="296798" y="128301"/>
                    <a:pt x="154971" y="49434"/>
                    <a:pt x="0" y="0"/>
                  </a:cubicBezTo>
                </a:path>
              </a:pathLst>
            </a:custGeom>
            <a:noFill/>
            <a:ln w="1195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401343" y="1941304"/>
              <a:ext cx="69532" cy="65722"/>
            </a:xfrm>
            <a:custGeom>
              <a:avLst/>
              <a:gdLst/>
              <a:ahLst/>
              <a:cxnLst/>
              <a:rect l="0" t="0" r="0" b="0"/>
              <a:pathLst>
                <a:path w="69532" h="65722">
                  <a:moveTo>
                    <a:pt x="69532" y="65722"/>
                  </a:moveTo>
                  <a:lnTo>
                    <a:pt x="0" y="53339"/>
                  </a:lnTo>
                  <a:lnTo>
                    <a:pt x="44767" y="0"/>
                  </a:lnTo>
                  <a:close/>
                </a:path>
              </a:pathLst>
            </a:custGeom>
            <a:solidFill>
              <a:srgbClr val="68D5E9"/>
            </a:solidFill>
            <a:ln w="1195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4374595" y="1424428"/>
            <a:ext cx="573647" cy="573647"/>
          </a:xfrm>
          <a:custGeom>
            <a:avLst/>
            <a:gdLst/>
            <a:ahLst/>
            <a:cxnLst/>
            <a:rect l="0" t="0" r="0" b="0"/>
            <a:pathLst>
              <a:path w="573647" h="573647">
                <a:moveTo>
                  <a:pt x="286823" y="0"/>
                </a:moveTo>
                <a:cubicBezTo>
                  <a:pt x="445231" y="0"/>
                  <a:pt x="573647" y="128415"/>
                  <a:pt x="573647" y="286823"/>
                </a:cubicBezTo>
                <a:cubicBezTo>
                  <a:pt x="573647" y="445231"/>
                  <a:pt x="445231" y="573647"/>
                  <a:pt x="286823" y="573647"/>
                </a:cubicBezTo>
                <a:cubicBezTo>
                  <a:pt x="128415" y="573647"/>
                  <a:pt x="0" y="445231"/>
                  <a:pt x="0" y="286823"/>
                </a:cubicBezTo>
                <a:cubicBezTo>
                  <a:pt x="0" y="128415"/>
                  <a:pt x="128415" y="0"/>
                  <a:pt x="286823" y="0"/>
                </a:cubicBezTo>
                <a:close/>
              </a:path>
            </a:pathLst>
          </a:custGeom>
          <a:noFill/>
          <a:ln w="11951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5" name="Group 24"/>
          <p:cNvGrpSpPr/>
          <p:nvPr/>
        </p:nvGrpSpPr>
        <p:grpSpPr>
          <a:xfrm>
            <a:off x="3825644" y="1770412"/>
            <a:ext cx="424814" cy="263747"/>
            <a:chOff x="3825644" y="1765650"/>
            <a:chExt cx="424814" cy="263747"/>
          </a:xfrm>
        </p:grpSpPr>
        <p:sp>
          <p:nvSpPr>
            <p:cNvPr id="23" name="Rounded Rectangle 22"/>
            <p:cNvSpPr/>
            <p:nvPr/>
          </p:nvSpPr>
          <p:spPr>
            <a:xfrm>
              <a:off x="3825644" y="1782033"/>
              <a:ext cx="408146" cy="247364"/>
            </a:xfrm>
            <a:custGeom>
              <a:avLst/>
              <a:gdLst/>
              <a:ahLst/>
              <a:cxnLst/>
              <a:rect l="0" t="0" r="0" b="0"/>
              <a:pathLst>
                <a:path w="408146" h="247364">
                  <a:moveTo>
                    <a:pt x="408146" y="0"/>
                  </a:moveTo>
                  <a:cubicBezTo>
                    <a:pt x="255936" y="55816"/>
                    <a:pt x="117633" y="140398"/>
                    <a:pt x="0" y="247364"/>
                  </a:cubicBezTo>
                </a:path>
              </a:pathLst>
            </a:custGeom>
            <a:noFill/>
            <a:ln w="1195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180926" y="1765650"/>
              <a:ext cx="69532" cy="64769"/>
            </a:xfrm>
            <a:custGeom>
              <a:avLst/>
              <a:gdLst/>
              <a:ahLst/>
              <a:cxnLst/>
              <a:rect l="0" t="0" r="0" b="0"/>
              <a:pathLst>
                <a:path w="69532" h="64769">
                  <a:moveTo>
                    <a:pt x="69532" y="10477"/>
                  </a:moveTo>
                  <a:lnTo>
                    <a:pt x="24765" y="647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5E9"/>
            </a:solidFill>
            <a:ln w="11951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6" name="Rounded Rectangle 25"/>
          <p:cNvSpPr/>
          <p:nvPr/>
        </p:nvSpPr>
        <p:spPr>
          <a:xfrm>
            <a:off x="3394611" y="2141487"/>
            <a:ext cx="370480" cy="377684"/>
          </a:xfrm>
          <a:custGeom>
            <a:avLst/>
            <a:gdLst/>
            <a:ahLst/>
            <a:cxnLst/>
            <a:rect l="0" t="0" r="0" b="0"/>
            <a:pathLst>
              <a:path w="370480" h="377684">
                <a:moveTo>
                  <a:pt x="0" y="0"/>
                </a:moveTo>
                <a:moveTo>
                  <a:pt x="27885" y="138665"/>
                </a:moveTo>
                <a:lnTo>
                  <a:pt x="11950" y="167348"/>
                </a:lnTo>
                <a:lnTo>
                  <a:pt x="37446" y="256581"/>
                </a:lnTo>
                <a:cubicBezTo>
                  <a:pt x="18324" y="272515"/>
                  <a:pt x="7170" y="298012"/>
                  <a:pt x="15137" y="323508"/>
                </a:cubicBezTo>
                <a:cubicBezTo>
                  <a:pt x="24698" y="356971"/>
                  <a:pt x="59754" y="377684"/>
                  <a:pt x="93217" y="368123"/>
                </a:cubicBezTo>
                <a:cubicBezTo>
                  <a:pt x="126680" y="358562"/>
                  <a:pt x="147395" y="323506"/>
                  <a:pt x="137834" y="290044"/>
                </a:cubicBezTo>
                <a:cubicBezTo>
                  <a:pt x="129867" y="264548"/>
                  <a:pt x="109152" y="247022"/>
                  <a:pt x="83656" y="243835"/>
                </a:cubicBezTo>
                <a:lnTo>
                  <a:pt x="58161" y="154600"/>
                </a:lnTo>
                <a:close/>
                <a:moveTo>
                  <a:pt x="11950" y="107589"/>
                </a:moveTo>
                <a:lnTo>
                  <a:pt x="11950" y="43851"/>
                </a:lnTo>
                <a:cubicBezTo>
                  <a:pt x="11950" y="26323"/>
                  <a:pt x="26292" y="11982"/>
                  <a:pt x="43820" y="11982"/>
                </a:cubicBezTo>
                <a:lnTo>
                  <a:pt x="338611" y="11982"/>
                </a:lnTo>
                <a:cubicBezTo>
                  <a:pt x="356139" y="11982"/>
                  <a:pt x="370480" y="26323"/>
                  <a:pt x="370480" y="43851"/>
                </a:cubicBezTo>
                <a:lnTo>
                  <a:pt x="370480" y="258969"/>
                </a:lnTo>
                <a:cubicBezTo>
                  <a:pt x="370480" y="276497"/>
                  <a:pt x="356139" y="290839"/>
                  <a:pt x="338611" y="290839"/>
                </a:cubicBezTo>
                <a:lnTo>
                  <a:pt x="187232" y="290839"/>
                </a:lnTo>
                <a:moveTo>
                  <a:pt x="158548" y="161758"/>
                </a:moveTo>
                <a:cubicBezTo>
                  <a:pt x="176149" y="161758"/>
                  <a:pt x="190419" y="147490"/>
                  <a:pt x="190419" y="129889"/>
                </a:cubicBezTo>
                <a:cubicBezTo>
                  <a:pt x="190419" y="112288"/>
                  <a:pt x="176149" y="98019"/>
                  <a:pt x="158548" y="98019"/>
                </a:cubicBezTo>
                <a:cubicBezTo>
                  <a:pt x="140947" y="98019"/>
                  <a:pt x="126679" y="112288"/>
                  <a:pt x="126679" y="129889"/>
                </a:cubicBezTo>
                <a:cubicBezTo>
                  <a:pt x="126679" y="147490"/>
                  <a:pt x="140947" y="161758"/>
                  <a:pt x="158548" y="161758"/>
                </a:cubicBezTo>
                <a:close/>
                <a:moveTo>
                  <a:pt x="117119" y="195218"/>
                </a:moveTo>
                <a:cubicBezTo>
                  <a:pt x="126680" y="182470"/>
                  <a:pt x="142614" y="174503"/>
                  <a:pt x="160143" y="174503"/>
                </a:cubicBezTo>
                <a:cubicBezTo>
                  <a:pt x="177671" y="174503"/>
                  <a:pt x="193605" y="182470"/>
                  <a:pt x="203166" y="195218"/>
                </a:cubicBezTo>
                <a:moveTo>
                  <a:pt x="286026" y="161758"/>
                </a:moveTo>
                <a:cubicBezTo>
                  <a:pt x="303626" y="161758"/>
                  <a:pt x="317896" y="147490"/>
                  <a:pt x="317896" y="129889"/>
                </a:cubicBezTo>
                <a:cubicBezTo>
                  <a:pt x="317896" y="112288"/>
                  <a:pt x="303626" y="98019"/>
                  <a:pt x="286026" y="98019"/>
                </a:cubicBezTo>
                <a:cubicBezTo>
                  <a:pt x="268425" y="98019"/>
                  <a:pt x="254157" y="112288"/>
                  <a:pt x="254157" y="129889"/>
                </a:cubicBezTo>
                <a:cubicBezTo>
                  <a:pt x="254157" y="147490"/>
                  <a:pt x="268425" y="161758"/>
                  <a:pt x="286026" y="161758"/>
                </a:cubicBezTo>
                <a:close/>
                <a:moveTo>
                  <a:pt x="244596" y="195218"/>
                </a:moveTo>
                <a:cubicBezTo>
                  <a:pt x="254157" y="182470"/>
                  <a:pt x="270092" y="174503"/>
                  <a:pt x="287620" y="174503"/>
                </a:cubicBezTo>
                <a:cubicBezTo>
                  <a:pt x="305148" y="174503"/>
                  <a:pt x="321083" y="182470"/>
                  <a:pt x="330643" y="195218"/>
                </a:cubicBezTo>
                <a:moveTo>
                  <a:pt x="81509" y="339235"/>
                </a:moveTo>
                <a:cubicBezTo>
                  <a:pt x="72824" y="339235"/>
                  <a:pt x="65783" y="332194"/>
                  <a:pt x="65783" y="323509"/>
                </a:cubicBezTo>
                <a:cubicBezTo>
                  <a:pt x="65783" y="314825"/>
                  <a:pt x="72824" y="307784"/>
                  <a:pt x="81509" y="307784"/>
                </a:cubicBezTo>
                <a:cubicBezTo>
                  <a:pt x="90194" y="307784"/>
                  <a:pt x="97234" y="314825"/>
                  <a:pt x="97234" y="323509"/>
                </a:cubicBezTo>
                <a:cubicBezTo>
                  <a:pt x="97234" y="332194"/>
                  <a:pt x="90194" y="339235"/>
                  <a:pt x="81509" y="339235"/>
                </a:cubicBezTo>
                <a:close/>
              </a:path>
            </a:pathLst>
          </a:custGeom>
          <a:noFill/>
          <a:ln w="1195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53756" y="2149454"/>
            <a:ext cx="366496" cy="370343"/>
          </a:xfrm>
          <a:custGeom>
            <a:avLst/>
            <a:gdLst/>
            <a:ahLst/>
            <a:cxnLst/>
            <a:rect l="0" t="0" r="0" b="0"/>
            <a:pathLst>
              <a:path w="366496" h="370343">
                <a:moveTo>
                  <a:pt x="127477" y="366496"/>
                </a:moveTo>
                <a:lnTo>
                  <a:pt x="15934" y="366496"/>
                </a:lnTo>
                <a:cubicBezTo>
                  <a:pt x="7134" y="366496"/>
                  <a:pt x="0" y="359362"/>
                  <a:pt x="0" y="350562"/>
                </a:cubicBezTo>
                <a:lnTo>
                  <a:pt x="0" y="15934"/>
                </a:lnTo>
                <a:cubicBezTo>
                  <a:pt x="0" y="7134"/>
                  <a:pt x="7134" y="0"/>
                  <a:pt x="15934" y="0"/>
                </a:cubicBezTo>
                <a:lnTo>
                  <a:pt x="227706" y="0"/>
                </a:lnTo>
                <a:cubicBezTo>
                  <a:pt x="231925" y="58"/>
                  <a:pt x="235966" y="1709"/>
                  <a:pt x="239019" y="4621"/>
                </a:cubicBezTo>
                <a:lnTo>
                  <a:pt x="297977" y="63738"/>
                </a:lnTo>
                <a:cubicBezTo>
                  <a:pt x="301019" y="66719"/>
                  <a:pt x="302740" y="70793"/>
                  <a:pt x="302758" y="75052"/>
                </a:cubicBezTo>
                <a:lnTo>
                  <a:pt x="302758" y="127477"/>
                </a:lnTo>
                <a:moveTo>
                  <a:pt x="47803" y="239019"/>
                </a:moveTo>
                <a:lnTo>
                  <a:pt x="143411" y="239019"/>
                </a:lnTo>
                <a:moveTo>
                  <a:pt x="71705" y="159346"/>
                </a:moveTo>
                <a:cubicBezTo>
                  <a:pt x="67305" y="159346"/>
                  <a:pt x="63738" y="162913"/>
                  <a:pt x="63738" y="167313"/>
                </a:cubicBezTo>
                <a:lnTo>
                  <a:pt x="63738" y="239019"/>
                </a:lnTo>
                <a:lnTo>
                  <a:pt x="63738" y="239019"/>
                </a:lnTo>
                <a:lnTo>
                  <a:pt x="95607" y="239019"/>
                </a:lnTo>
                <a:lnTo>
                  <a:pt x="95607" y="239019"/>
                </a:lnTo>
                <a:lnTo>
                  <a:pt x="95607" y="167313"/>
                </a:lnTo>
                <a:cubicBezTo>
                  <a:pt x="95607" y="162913"/>
                  <a:pt x="92040" y="159346"/>
                  <a:pt x="87640" y="159346"/>
                </a:cubicBezTo>
                <a:close/>
                <a:moveTo>
                  <a:pt x="127477" y="239019"/>
                </a:moveTo>
                <a:lnTo>
                  <a:pt x="127477" y="119509"/>
                </a:lnTo>
                <a:cubicBezTo>
                  <a:pt x="127477" y="115109"/>
                  <a:pt x="131044" y="111542"/>
                  <a:pt x="135444" y="111542"/>
                </a:cubicBezTo>
                <a:lnTo>
                  <a:pt x="151379" y="111542"/>
                </a:lnTo>
                <a:cubicBezTo>
                  <a:pt x="155779" y="111542"/>
                  <a:pt x="159346" y="115109"/>
                  <a:pt x="159346" y="119509"/>
                </a:cubicBezTo>
                <a:lnTo>
                  <a:pt x="159346" y="191215"/>
                </a:lnTo>
                <a:moveTo>
                  <a:pt x="296225" y="233283"/>
                </a:moveTo>
                <a:lnTo>
                  <a:pt x="344825" y="254954"/>
                </a:lnTo>
                <a:lnTo>
                  <a:pt x="366496" y="206034"/>
                </a:lnTo>
                <a:moveTo>
                  <a:pt x="172412" y="235195"/>
                </a:moveTo>
                <a:cubicBezTo>
                  <a:pt x="186066" y="195870"/>
                  <a:pt x="225176" y="171282"/>
                  <a:pt x="266532" y="176022"/>
                </a:cubicBezTo>
                <a:cubicBezTo>
                  <a:pt x="307889" y="180761"/>
                  <a:pt x="340422" y="213560"/>
                  <a:pt x="344825" y="254954"/>
                </a:cubicBezTo>
                <a:moveTo>
                  <a:pt x="151060" y="335742"/>
                </a:moveTo>
                <a:lnTo>
                  <a:pt x="172731" y="286823"/>
                </a:lnTo>
                <a:lnTo>
                  <a:pt x="221332" y="308494"/>
                </a:lnTo>
                <a:moveTo>
                  <a:pt x="345144" y="306423"/>
                </a:moveTo>
                <a:cubicBezTo>
                  <a:pt x="331513" y="345739"/>
                  <a:pt x="292437" y="370343"/>
                  <a:pt x="251091" y="365643"/>
                </a:cubicBezTo>
                <a:cubicBezTo>
                  <a:pt x="209746" y="360942"/>
                  <a:pt x="177190" y="328196"/>
                  <a:pt x="172731" y="286823"/>
                </a:cubicBezTo>
              </a:path>
            </a:pathLst>
          </a:custGeom>
          <a:noFill/>
          <a:ln w="1195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0" name="Group 29"/>
          <p:cNvGrpSpPr/>
          <p:nvPr/>
        </p:nvGrpSpPr>
        <p:grpSpPr>
          <a:xfrm>
            <a:off x="6114583" y="2036370"/>
            <a:ext cx="1047588" cy="286730"/>
            <a:chOff x="6114583" y="2031608"/>
            <a:chExt cx="1047588" cy="286730"/>
          </a:xfrm>
        </p:grpSpPr>
        <p:sp>
          <p:nvSpPr>
            <p:cNvPr id="28" name="TextBox 27"/>
            <p:cNvSpPr txBox="1"/>
            <p:nvPr/>
          </p:nvSpPr>
          <p:spPr>
            <a:xfrm>
              <a:off x="6114583" y="2031608"/>
              <a:ext cx="1204726" cy="1433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C5C8E8"/>
                  </a:solidFill>
                  <a:latin typeface="Montserrat"/>
                </a:rPr>
                <a:t>Dashboard reflects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114583" y="2174959"/>
              <a:ext cx="1204726" cy="1433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C5C8E8"/>
                  </a:solidFill>
                  <a:latin typeface="Montserrat"/>
                </a:rPr>
                <a:t>enrollment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123979" y="2036370"/>
            <a:ext cx="1084268" cy="286730"/>
            <a:chOff x="2123979" y="2031608"/>
            <a:chExt cx="1084268" cy="286730"/>
          </a:xfrm>
        </p:grpSpPr>
        <p:sp>
          <p:nvSpPr>
            <p:cNvPr id="31" name="TextBox 30"/>
            <p:cNvSpPr txBox="1"/>
            <p:nvPr/>
          </p:nvSpPr>
          <p:spPr>
            <a:xfrm>
              <a:off x="1961339" y="2031608"/>
              <a:ext cx="1246908" cy="1433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C5C8E8"/>
                  </a:solidFill>
                  <a:latin typeface="Montserrat"/>
                </a:rPr>
                <a:t>User gains access to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61339" y="2174959"/>
              <a:ext cx="1246908" cy="1433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C5C8E8"/>
                  </a:solidFill>
                  <a:latin typeface="Montserrat"/>
                </a:rPr>
                <a:t>meetings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6114583" y="1752698"/>
            <a:ext cx="1629183" cy="1720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8D5E9"/>
                </a:solidFill>
                <a:latin typeface="Montserrat"/>
              </a:rPr>
              <a:t>Dashboard Update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43235" y="1752698"/>
            <a:ext cx="1365012" cy="1720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100" b="1">
                <a:solidFill>
                  <a:srgbClr val="68D5E9"/>
                </a:solidFill>
                <a:latin typeface="Montserrat"/>
              </a:rPr>
              <a:t>Meeting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47417" y="1089838"/>
            <a:ext cx="1427996" cy="1433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>
                <a:solidFill>
                  <a:srgbClr val="C5C8E8"/>
                </a:solidFill>
                <a:latin typeface="Montserrat"/>
              </a:rPr>
              <a:t>User enrolls in a course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02579" y="3392355"/>
            <a:ext cx="366496" cy="366496"/>
          </a:xfrm>
          <a:custGeom>
            <a:avLst/>
            <a:gdLst/>
            <a:ahLst/>
            <a:cxnLst/>
            <a:rect l="0" t="0" r="0" b="0"/>
            <a:pathLst>
              <a:path w="366496" h="366496">
                <a:moveTo>
                  <a:pt x="147538" y="82860"/>
                </a:moveTo>
                <a:lnTo>
                  <a:pt x="171440" y="108036"/>
                </a:lnTo>
                <a:cubicBezTo>
                  <a:pt x="171833" y="108432"/>
                  <a:pt x="172254" y="108800"/>
                  <a:pt x="172699" y="109136"/>
                </a:cubicBezTo>
                <a:cubicBezTo>
                  <a:pt x="177983" y="113112"/>
                  <a:pt x="185490" y="112049"/>
                  <a:pt x="189462" y="106762"/>
                </a:cubicBezTo>
                <a:lnTo>
                  <a:pt x="237824" y="39980"/>
                </a:lnTo>
                <a:moveTo>
                  <a:pt x="302758" y="0"/>
                </a:moveTo>
                <a:cubicBezTo>
                  <a:pt x="311558" y="0"/>
                  <a:pt x="318692" y="7134"/>
                  <a:pt x="318692" y="15934"/>
                </a:cubicBezTo>
                <a:lnTo>
                  <a:pt x="318692" y="143411"/>
                </a:lnTo>
                <a:cubicBezTo>
                  <a:pt x="318692" y="152212"/>
                  <a:pt x="311558" y="159346"/>
                  <a:pt x="302758" y="159346"/>
                </a:cubicBezTo>
                <a:lnTo>
                  <a:pt x="239019" y="159346"/>
                </a:lnTo>
                <a:lnTo>
                  <a:pt x="239019" y="207150"/>
                </a:lnTo>
                <a:lnTo>
                  <a:pt x="191215" y="159346"/>
                </a:lnTo>
                <a:lnTo>
                  <a:pt x="175281" y="159346"/>
                </a:lnTo>
                <a:lnTo>
                  <a:pt x="127477" y="207150"/>
                </a:lnTo>
                <a:lnTo>
                  <a:pt x="127477" y="159346"/>
                </a:lnTo>
                <a:lnTo>
                  <a:pt x="79673" y="159346"/>
                </a:lnTo>
                <a:cubicBezTo>
                  <a:pt x="70872" y="159346"/>
                  <a:pt x="63738" y="152212"/>
                  <a:pt x="63738" y="143411"/>
                </a:cubicBezTo>
                <a:lnTo>
                  <a:pt x="63738" y="15934"/>
                </a:lnTo>
                <a:cubicBezTo>
                  <a:pt x="63738" y="7134"/>
                  <a:pt x="70872" y="0"/>
                  <a:pt x="79673" y="0"/>
                </a:cubicBezTo>
                <a:close/>
                <a:moveTo>
                  <a:pt x="25973" y="250938"/>
                </a:moveTo>
                <a:cubicBezTo>
                  <a:pt x="25973" y="275140"/>
                  <a:pt x="45592" y="294759"/>
                  <a:pt x="69793" y="294759"/>
                </a:cubicBezTo>
                <a:cubicBezTo>
                  <a:pt x="93995" y="294759"/>
                  <a:pt x="113614" y="275140"/>
                  <a:pt x="113614" y="250938"/>
                </a:cubicBezTo>
                <a:cubicBezTo>
                  <a:pt x="113614" y="226737"/>
                  <a:pt x="93995" y="207118"/>
                  <a:pt x="69793" y="207118"/>
                </a:cubicBezTo>
                <a:cubicBezTo>
                  <a:pt x="45592" y="207118"/>
                  <a:pt x="25973" y="226737"/>
                  <a:pt x="25973" y="250938"/>
                </a:cubicBezTo>
                <a:moveTo>
                  <a:pt x="139571" y="366496"/>
                </a:moveTo>
                <a:cubicBezTo>
                  <a:pt x="132199" y="333883"/>
                  <a:pt x="103221" y="310725"/>
                  <a:pt x="69785" y="310725"/>
                </a:cubicBezTo>
                <a:cubicBezTo>
                  <a:pt x="36349" y="310725"/>
                  <a:pt x="7372" y="333883"/>
                  <a:pt x="0" y="366496"/>
                </a:cubicBezTo>
                <a:moveTo>
                  <a:pt x="252882" y="250938"/>
                </a:moveTo>
                <a:cubicBezTo>
                  <a:pt x="252882" y="275140"/>
                  <a:pt x="272501" y="294759"/>
                  <a:pt x="296703" y="294759"/>
                </a:cubicBezTo>
                <a:cubicBezTo>
                  <a:pt x="320904" y="294759"/>
                  <a:pt x="340523" y="275140"/>
                  <a:pt x="340523" y="250938"/>
                </a:cubicBezTo>
                <a:cubicBezTo>
                  <a:pt x="340523" y="226737"/>
                  <a:pt x="320904" y="207118"/>
                  <a:pt x="296703" y="207118"/>
                </a:cubicBezTo>
                <a:cubicBezTo>
                  <a:pt x="272501" y="207118"/>
                  <a:pt x="252882" y="226737"/>
                  <a:pt x="252882" y="250938"/>
                </a:cubicBezTo>
                <a:moveTo>
                  <a:pt x="366496" y="366496"/>
                </a:moveTo>
                <a:cubicBezTo>
                  <a:pt x="359124" y="333883"/>
                  <a:pt x="330147" y="310725"/>
                  <a:pt x="296711" y="310725"/>
                </a:cubicBezTo>
                <a:cubicBezTo>
                  <a:pt x="263274" y="310725"/>
                  <a:pt x="234297" y="333883"/>
                  <a:pt x="226925" y="366496"/>
                </a:cubicBezTo>
              </a:path>
            </a:pathLst>
          </a:custGeom>
          <a:noFill/>
          <a:ln w="1195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557739" y="3397343"/>
            <a:ext cx="358529" cy="357525"/>
          </a:xfrm>
          <a:custGeom>
            <a:avLst/>
            <a:gdLst/>
            <a:ahLst/>
            <a:cxnLst/>
            <a:rect l="0" t="0" r="0" b="0"/>
            <a:pathLst>
              <a:path w="358529" h="357525">
                <a:moveTo>
                  <a:pt x="223085" y="184236"/>
                </a:moveTo>
                <a:lnTo>
                  <a:pt x="223085" y="163122"/>
                </a:lnTo>
                <a:lnTo>
                  <a:pt x="282043" y="116912"/>
                </a:lnTo>
                <a:cubicBezTo>
                  <a:pt x="294790" y="107351"/>
                  <a:pt x="301164" y="93010"/>
                  <a:pt x="302758" y="78669"/>
                </a:cubicBezTo>
                <a:lnTo>
                  <a:pt x="309132" y="34052"/>
                </a:lnTo>
                <a:cubicBezTo>
                  <a:pt x="310725" y="21304"/>
                  <a:pt x="301164" y="8556"/>
                  <a:pt x="288417" y="8556"/>
                </a:cubicBezTo>
                <a:cubicBezTo>
                  <a:pt x="275669" y="6963"/>
                  <a:pt x="262921" y="16524"/>
                  <a:pt x="262921" y="29271"/>
                </a:cubicBezTo>
                <a:lnTo>
                  <a:pt x="256547" y="73888"/>
                </a:lnTo>
                <a:cubicBezTo>
                  <a:pt x="256547" y="75482"/>
                  <a:pt x="254954" y="78669"/>
                  <a:pt x="253360" y="78669"/>
                </a:cubicBezTo>
                <a:lnTo>
                  <a:pt x="199183" y="121692"/>
                </a:lnTo>
                <a:lnTo>
                  <a:pt x="151379" y="121692"/>
                </a:lnTo>
                <a:lnTo>
                  <a:pt x="97201" y="78669"/>
                </a:lnTo>
                <a:cubicBezTo>
                  <a:pt x="95607" y="77075"/>
                  <a:pt x="94014" y="75482"/>
                  <a:pt x="94014" y="73888"/>
                </a:cubicBezTo>
                <a:lnTo>
                  <a:pt x="87640" y="29271"/>
                </a:lnTo>
                <a:cubicBezTo>
                  <a:pt x="86047" y="16524"/>
                  <a:pt x="74892" y="6963"/>
                  <a:pt x="62145" y="8556"/>
                </a:cubicBezTo>
                <a:cubicBezTo>
                  <a:pt x="49397" y="10150"/>
                  <a:pt x="39836" y="21304"/>
                  <a:pt x="41430" y="34052"/>
                </a:cubicBezTo>
                <a:lnTo>
                  <a:pt x="47803" y="78669"/>
                </a:lnTo>
                <a:cubicBezTo>
                  <a:pt x="49397" y="93010"/>
                  <a:pt x="57364" y="107351"/>
                  <a:pt x="68518" y="116912"/>
                </a:cubicBezTo>
                <a:lnTo>
                  <a:pt x="127477" y="163122"/>
                </a:lnTo>
                <a:lnTo>
                  <a:pt x="127477" y="184236"/>
                </a:lnTo>
                <a:moveTo>
                  <a:pt x="119509" y="357525"/>
                </a:moveTo>
                <a:lnTo>
                  <a:pt x="119509" y="309721"/>
                </a:lnTo>
                <a:cubicBezTo>
                  <a:pt x="119509" y="296974"/>
                  <a:pt x="130664" y="285819"/>
                  <a:pt x="143411" y="285819"/>
                </a:cubicBezTo>
                <a:cubicBezTo>
                  <a:pt x="156159" y="285819"/>
                  <a:pt x="167313" y="296974"/>
                  <a:pt x="167313" y="309721"/>
                </a:cubicBezTo>
                <a:lnTo>
                  <a:pt x="167313" y="357525"/>
                </a:lnTo>
                <a:moveTo>
                  <a:pt x="223085" y="285819"/>
                </a:moveTo>
                <a:lnTo>
                  <a:pt x="223085" y="357525"/>
                </a:lnTo>
                <a:moveTo>
                  <a:pt x="302758" y="225268"/>
                </a:moveTo>
                <a:cubicBezTo>
                  <a:pt x="302758" y="234828"/>
                  <a:pt x="296384" y="241202"/>
                  <a:pt x="286823" y="241202"/>
                </a:cubicBezTo>
                <a:lnTo>
                  <a:pt x="71705" y="241202"/>
                </a:lnTo>
                <a:cubicBezTo>
                  <a:pt x="62145" y="241202"/>
                  <a:pt x="55771" y="234828"/>
                  <a:pt x="55771" y="225268"/>
                </a:cubicBezTo>
                <a:lnTo>
                  <a:pt x="55771" y="200123"/>
                </a:lnTo>
                <a:cubicBezTo>
                  <a:pt x="55771" y="190562"/>
                  <a:pt x="62145" y="184188"/>
                  <a:pt x="71705" y="184188"/>
                </a:cubicBezTo>
                <a:lnTo>
                  <a:pt x="286823" y="184188"/>
                </a:lnTo>
                <a:cubicBezTo>
                  <a:pt x="296384" y="184188"/>
                  <a:pt x="302758" y="190562"/>
                  <a:pt x="302758" y="200123"/>
                </a:cubicBezTo>
                <a:lnTo>
                  <a:pt x="302758" y="225268"/>
                </a:lnTo>
                <a:close/>
                <a:moveTo>
                  <a:pt x="103575" y="241250"/>
                </a:moveTo>
                <a:lnTo>
                  <a:pt x="103575" y="261917"/>
                </a:lnTo>
                <a:cubicBezTo>
                  <a:pt x="103575" y="271478"/>
                  <a:pt x="97201" y="277852"/>
                  <a:pt x="87640" y="277852"/>
                </a:cubicBezTo>
                <a:lnTo>
                  <a:pt x="0" y="277852"/>
                </a:lnTo>
                <a:lnTo>
                  <a:pt x="23901" y="253950"/>
                </a:lnTo>
                <a:lnTo>
                  <a:pt x="0" y="230048"/>
                </a:lnTo>
                <a:lnTo>
                  <a:pt x="56026" y="230048"/>
                </a:lnTo>
                <a:moveTo>
                  <a:pt x="254954" y="241250"/>
                </a:moveTo>
                <a:lnTo>
                  <a:pt x="254954" y="261917"/>
                </a:lnTo>
                <a:cubicBezTo>
                  <a:pt x="254954" y="271478"/>
                  <a:pt x="261328" y="277852"/>
                  <a:pt x="270888" y="277852"/>
                </a:cubicBezTo>
                <a:lnTo>
                  <a:pt x="358529" y="277852"/>
                </a:lnTo>
                <a:lnTo>
                  <a:pt x="334627" y="253950"/>
                </a:lnTo>
                <a:lnTo>
                  <a:pt x="358529" y="230048"/>
                </a:lnTo>
                <a:lnTo>
                  <a:pt x="302503" y="230048"/>
                </a:lnTo>
                <a:moveTo>
                  <a:pt x="175281" y="87640"/>
                </a:moveTo>
                <a:cubicBezTo>
                  <a:pt x="199482" y="87640"/>
                  <a:pt x="219101" y="68021"/>
                  <a:pt x="219101" y="43820"/>
                </a:cubicBezTo>
                <a:cubicBezTo>
                  <a:pt x="219101" y="19619"/>
                  <a:pt x="199482" y="0"/>
                  <a:pt x="175281" y="0"/>
                </a:cubicBezTo>
                <a:cubicBezTo>
                  <a:pt x="151079" y="0"/>
                  <a:pt x="131460" y="19619"/>
                  <a:pt x="131460" y="43820"/>
                </a:cubicBezTo>
                <a:cubicBezTo>
                  <a:pt x="131460" y="68021"/>
                  <a:pt x="151079" y="87640"/>
                  <a:pt x="175281" y="87640"/>
                </a:cubicBezTo>
                <a:close/>
              </a:path>
            </a:pathLst>
          </a:custGeom>
          <a:noFill/>
          <a:ln w="1195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1" name="Group 40"/>
          <p:cNvGrpSpPr/>
          <p:nvPr/>
        </p:nvGrpSpPr>
        <p:grpSpPr>
          <a:xfrm>
            <a:off x="2317336" y="3475242"/>
            <a:ext cx="890911" cy="344175"/>
            <a:chOff x="2317336" y="3470480"/>
            <a:chExt cx="890911" cy="344175"/>
          </a:xfrm>
        </p:grpSpPr>
        <p:sp>
          <p:nvSpPr>
            <p:cNvPr id="39" name="TextBox 38"/>
            <p:cNvSpPr txBox="1"/>
            <p:nvPr/>
          </p:nvSpPr>
          <p:spPr>
            <a:xfrm>
              <a:off x="2183700" y="3470480"/>
              <a:ext cx="1024547" cy="1720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100" b="1">
                  <a:solidFill>
                    <a:srgbClr val="68D5E9"/>
                  </a:solidFill>
                  <a:latin typeface="Montserrat"/>
                </a:rPr>
                <a:t>Mentorship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183700" y="3642501"/>
              <a:ext cx="1024547" cy="1721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100" b="1">
                  <a:solidFill>
                    <a:srgbClr val="68D5E9"/>
                  </a:solidFill>
                  <a:latin typeface="Montserrat"/>
                </a:rPr>
                <a:t>Acceptance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6114583" y="3561281"/>
            <a:ext cx="1424172" cy="1720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8D5E9"/>
                </a:solidFill>
                <a:latin typeface="Montserrat"/>
              </a:rPr>
              <a:t>Unit Completion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85957" y="3915029"/>
            <a:ext cx="1722290" cy="1433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C5C8E8"/>
                </a:solidFill>
                <a:latin typeface="Montserrat"/>
              </a:rPr>
              <a:t>Mentor accepts mentorship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7535" y="822132"/>
            <a:ext cx="967762" cy="1720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1">
                <a:solidFill>
                  <a:srgbClr val="68D5E9"/>
                </a:solidFill>
                <a:latin typeface="Montserrat"/>
              </a:rPr>
              <a:t>Enrollment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5455" y="376236"/>
            <a:ext cx="6953089" cy="3600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1">
                <a:solidFill>
                  <a:srgbClr val="68D5E9"/>
                </a:solidFill>
                <a:latin typeface="Montserrat"/>
              </a:rPr>
              <a:t>Real-Time Data Synchronization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78159" y="4149250"/>
            <a:ext cx="366496" cy="95607"/>
          </a:xfrm>
          <a:custGeom>
            <a:avLst/>
            <a:gdLst/>
            <a:ahLst/>
            <a:cxnLst/>
            <a:rect l="0" t="0" r="0" b="0"/>
            <a:pathLst>
              <a:path w="366496" h="95607">
                <a:moveTo>
                  <a:pt x="7967" y="0"/>
                </a:moveTo>
                <a:lnTo>
                  <a:pt x="39836" y="0"/>
                </a:lnTo>
                <a:cubicBezTo>
                  <a:pt x="39836" y="0"/>
                  <a:pt x="47803" y="0"/>
                  <a:pt x="47803" y="7967"/>
                </a:cubicBezTo>
                <a:lnTo>
                  <a:pt x="47803" y="87640"/>
                </a:lnTo>
                <a:cubicBezTo>
                  <a:pt x="47803" y="87640"/>
                  <a:pt x="47803" y="95607"/>
                  <a:pt x="39836" y="95607"/>
                </a:cubicBezTo>
                <a:lnTo>
                  <a:pt x="7967" y="95607"/>
                </a:lnTo>
                <a:cubicBezTo>
                  <a:pt x="7967" y="95607"/>
                  <a:pt x="0" y="95607"/>
                  <a:pt x="0" y="87640"/>
                </a:cubicBezTo>
                <a:lnTo>
                  <a:pt x="0" y="7967"/>
                </a:lnTo>
                <a:cubicBezTo>
                  <a:pt x="0" y="7967"/>
                  <a:pt x="0" y="0"/>
                  <a:pt x="7967" y="0"/>
                </a:cubicBezTo>
                <a:moveTo>
                  <a:pt x="79673" y="95607"/>
                </a:moveTo>
                <a:lnTo>
                  <a:pt x="127477" y="95607"/>
                </a:lnTo>
                <a:moveTo>
                  <a:pt x="159346" y="95607"/>
                </a:moveTo>
                <a:lnTo>
                  <a:pt x="207150" y="95607"/>
                </a:lnTo>
                <a:moveTo>
                  <a:pt x="239019" y="95607"/>
                </a:moveTo>
                <a:lnTo>
                  <a:pt x="286823" y="95607"/>
                </a:lnTo>
                <a:moveTo>
                  <a:pt x="318692" y="95607"/>
                </a:moveTo>
                <a:lnTo>
                  <a:pt x="366496" y="95607"/>
                </a:lnTo>
              </a:path>
            </a:pathLst>
          </a:custGeom>
          <a:noFill/>
          <a:ln w="1195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14583" y="3828987"/>
            <a:ext cx="1355339" cy="1433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>
                <a:solidFill>
                  <a:srgbClr val="C5C8E8"/>
                </a:solidFill>
                <a:latin typeface="Montserrat"/>
              </a:rPr>
              <a:t>User completes a unit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9291" y="4579489"/>
            <a:ext cx="1444251" cy="1720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1">
                <a:solidFill>
                  <a:srgbClr val="68D5E9"/>
                </a:solidFill>
                <a:latin typeface="Montserrat"/>
              </a:rPr>
              <a:t>Progress Update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02088" y="4847195"/>
            <a:ext cx="1318655" cy="1433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>
                <a:solidFill>
                  <a:srgbClr val="C5C8E8"/>
                </a:solidFill>
                <a:latin typeface="Montserrat"/>
              </a:rPr>
              <a:t>Progress bar updates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78167" y="1528004"/>
            <a:ext cx="366496" cy="366496"/>
          </a:xfrm>
          <a:custGeom>
            <a:avLst/>
            <a:gdLst/>
            <a:ahLst/>
            <a:cxnLst/>
            <a:rect l="0" t="0" r="0" b="0"/>
            <a:pathLst>
              <a:path w="366496" h="366496">
                <a:moveTo>
                  <a:pt x="175281" y="318692"/>
                </a:moveTo>
                <a:lnTo>
                  <a:pt x="31869" y="318692"/>
                </a:lnTo>
                <a:cubicBezTo>
                  <a:pt x="14268" y="318692"/>
                  <a:pt x="0" y="304424"/>
                  <a:pt x="0" y="286823"/>
                </a:cubicBezTo>
                <a:lnTo>
                  <a:pt x="0" y="31869"/>
                </a:lnTo>
                <a:cubicBezTo>
                  <a:pt x="0" y="14268"/>
                  <a:pt x="14268" y="0"/>
                  <a:pt x="31869" y="0"/>
                </a:cubicBezTo>
                <a:lnTo>
                  <a:pt x="334627" y="0"/>
                </a:lnTo>
                <a:cubicBezTo>
                  <a:pt x="352228" y="0"/>
                  <a:pt x="366496" y="14268"/>
                  <a:pt x="366496" y="31869"/>
                </a:cubicBezTo>
                <a:lnTo>
                  <a:pt x="366496" y="143411"/>
                </a:lnTo>
                <a:moveTo>
                  <a:pt x="55771" y="35916"/>
                </a:moveTo>
                <a:cubicBezTo>
                  <a:pt x="53595" y="35916"/>
                  <a:pt x="51822" y="37661"/>
                  <a:pt x="51787" y="39836"/>
                </a:cubicBezTo>
                <a:cubicBezTo>
                  <a:pt x="51761" y="41453"/>
                  <a:pt x="52715" y="42925"/>
                  <a:pt x="54202" y="43562"/>
                </a:cubicBezTo>
                <a:cubicBezTo>
                  <a:pt x="55688" y="44198"/>
                  <a:pt x="57412" y="43873"/>
                  <a:pt x="58564" y="42739"/>
                </a:cubicBezTo>
                <a:cubicBezTo>
                  <a:pt x="59717" y="41605"/>
                  <a:pt x="60070" y="39887"/>
                  <a:pt x="59457" y="38390"/>
                </a:cubicBezTo>
                <a:cubicBezTo>
                  <a:pt x="58844" y="36894"/>
                  <a:pt x="57388" y="35916"/>
                  <a:pt x="55771" y="35916"/>
                </a:cubicBezTo>
                <a:moveTo>
                  <a:pt x="0" y="79736"/>
                </a:moveTo>
                <a:lnTo>
                  <a:pt x="366496" y="79736"/>
                </a:lnTo>
                <a:moveTo>
                  <a:pt x="103575" y="35916"/>
                </a:moveTo>
                <a:cubicBezTo>
                  <a:pt x="101399" y="35916"/>
                  <a:pt x="99626" y="37661"/>
                  <a:pt x="99591" y="39836"/>
                </a:cubicBezTo>
                <a:cubicBezTo>
                  <a:pt x="99565" y="41453"/>
                  <a:pt x="100519" y="42925"/>
                  <a:pt x="102006" y="43562"/>
                </a:cubicBezTo>
                <a:cubicBezTo>
                  <a:pt x="103492" y="44198"/>
                  <a:pt x="105216" y="43873"/>
                  <a:pt x="106368" y="42739"/>
                </a:cubicBezTo>
                <a:cubicBezTo>
                  <a:pt x="107521" y="41605"/>
                  <a:pt x="107873" y="39887"/>
                  <a:pt x="107261" y="38390"/>
                </a:cubicBezTo>
                <a:cubicBezTo>
                  <a:pt x="106648" y="36894"/>
                  <a:pt x="105192" y="35916"/>
                  <a:pt x="103575" y="35916"/>
                </a:cubicBezTo>
                <a:moveTo>
                  <a:pt x="151379" y="35852"/>
                </a:moveTo>
                <a:cubicBezTo>
                  <a:pt x="149179" y="35852"/>
                  <a:pt x="147395" y="37636"/>
                  <a:pt x="147395" y="39836"/>
                </a:cubicBezTo>
                <a:cubicBezTo>
                  <a:pt x="147369" y="41453"/>
                  <a:pt x="148323" y="42925"/>
                  <a:pt x="149809" y="43562"/>
                </a:cubicBezTo>
                <a:cubicBezTo>
                  <a:pt x="151296" y="44198"/>
                  <a:pt x="153020" y="43873"/>
                  <a:pt x="154172" y="42739"/>
                </a:cubicBezTo>
                <a:cubicBezTo>
                  <a:pt x="155325" y="41605"/>
                  <a:pt x="155677" y="39887"/>
                  <a:pt x="155065" y="38390"/>
                </a:cubicBezTo>
                <a:cubicBezTo>
                  <a:pt x="154452" y="36894"/>
                  <a:pt x="152996" y="35916"/>
                  <a:pt x="151379" y="35916"/>
                </a:cubicBezTo>
                <a:moveTo>
                  <a:pt x="366496" y="366496"/>
                </a:moveTo>
                <a:cubicBezTo>
                  <a:pt x="366496" y="322494"/>
                  <a:pt x="330825" y="286823"/>
                  <a:pt x="286823" y="286823"/>
                </a:cubicBezTo>
                <a:cubicBezTo>
                  <a:pt x="242821" y="286823"/>
                  <a:pt x="207150" y="322494"/>
                  <a:pt x="207150" y="366496"/>
                </a:cubicBezTo>
                <a:close/>
                <a:moveTo>
                  <a:pt x="239019" y="215181"/>
                </a:moveTo>
                <a:cubicBezTo>
                  <a:pt x="239019" y="241582"/>
                  <a:pt x="260422" y="262985"/>
                  <a:pt x="286823" y="262985"/>
                </a:cubicBezTo>
                <a:cubicBezTo>
                  <a:pt x="313225" y="262985"/>
                  <a:pt x="334627" y="241582"/>
                  <a:pt x="334627" y="215181"/>
                </a:cubicBezTo>
                <a:cubicBezTo>
                  <a:pt x="334627" y="188780"/>
                  <a:pt x="313225" y="167377"/>
                  <a:pt x="286823" y="167377"/>
                </a:cubicBezTo>
                <a:cubicBezTo>
                  <a:pt x="260422" y="167377"/>
                  <a:pt x="239019" y="188780"/>
                  <a:pt x="239019" y="215181"/>
                </a:cubicBezTo>
                <a:close/>
                <a:moveTo>
                  <a:pt x="103575" y="143475"/>
                </a:moveTo>
                <a:lnTo>
                  <a:pt x="183248" y="143475"/>
                </a:lnTo>
                <a:moveTo>
                  <a:pt x="103575" y="215181"/>
                </a:moveTo>
                <a:lnTo>
                  <a:pt x="151379" y="215181"/>
                </a:lnTo>
                <a:moveTo>
                  <a:pt x="55771" y="139491"/>
                </a:moveTo>
                <a:cubicBezTo>
                  <a:pt x="53571" y="139491"/>
                  <a:pt x="51787" y="141275"/>
                  <a:pt x="51787" y="143475"/>
                </a:cubicBezTo>
                <a:cubicBezTo>
                  <a:pt x="51787" y="145675"/>
                  <a:pt x="53571" y="147459"/>
                  <a:pt x="55771" y="147459"/>
                </a:cubicBezTo>
                <a:cubicBezTo>
                  <a:pt x="57971" y="147459"/>
                  <a:pt x="59754" y="145675"/>
                  <a:pt x="59754" y="143475"/>
                </a:cubicBezTo>
                <a:cubicBezTo>
                  <a:pt x="59754" y="141275"/>
                  <a:pt x="57971" y="139491"/>
                  <a:pt x="55771" y="139491"/>
                </a:cubicBezTo>
                <a:moveTo>
                  <a:pt x="55771" y="211197"/>
                </a:moveTo>
                <a:cubicBezTo>
                  <a:pt x="53571" y="211197"/>
                  <a:pt x="51787" y="212981"/>
                  <a:pt x="51787" y="215181"/>
                </a:cubicBezTo>
                <a:cubicBezTo>
                  <a:pt x="51787" y="217381"/>
                  <a:pt x="53571" y="219165"/>
                  <a:pt x="55771" y="219165"/>
                </a:cubicBezTo>
                <a:cubicBezTo>
                  <a:pt x="57971" y="219165"/>
                  <a:pt x="59754" y="217381"/>
                  <a:pt x="59754" y="215181"/>
                </a:cubicBezTo>
                <a:cubicBezTo>
                  <a:pt x="59754" y="212981"/>
                  <a:pt x="57971" y="211197"/>
                  <a:pt x="55771" y="211197"/>
                </a:cubicBezTo>
              </a:path>
            </a:pathLst>
          </a:custGeom>
          <a:noFill/>
          <a:ln w="11951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8867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61C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2248" y="2752143"/>
            <a:ext cx="1387711" cy="763621"/>
          </a:xfrm>
          <a:custGeom>
            <a:avLst/>
            <a:gdLst/>
            <a:ahLst/>
            <a:cxnLst/>
            <a:rect l="0" t="0" r="0" b="0"/>
            <a:pathLst>
              <a:path w="1387711" h="763621">
                <a:moveTo>
                  <a:pt x="1307057" y="0"/>
                </a:moveTo>
                <a:lnTo>
                  <a:pt x="1326406" y="0"/>
                </a:lnTo>
                <a:cubicBezTo>
                  <a:pt x="1362338" y="0"/>
                  <a:pt x="1387711" y="35202"/>
                  <a:pt x="1376349" y="69290"/>
                </a:cubicBezTo>
                <a:moveTo>
                  <a:pt x="80653" y="763619"/>
                </a:moveTo>
                <a:lnTo>
                  <a:pt x="61305" y="763619"/>
                </a:lnTo>
                <a:cubicBezTo>
                  <a:pt x="25373" y="763621"/>
                  <a:pt x="0" y="728417"/>
                  <a:pt x="11362" y="694329"/>
                </a:cubicBezTo>
                <a:moveTo>
                  <a:pt x="184578" y="16"/>
                </a:moveTo>
                <a:lnTo>
                  <a:pt x="1307057" y="0"/>
                </a:lnTo>
                <a:moveTo>
                  <a:pt x="1295509" y="694346"/>
                </a:moveTo>
                <a:cubicBezTo>
                  <a:pt x="1282115" y="734519"/>
                  <a:pt x="1249314" y="763620"/>
                  <a:pt x="1203120" y="763620"/>
                </a:cubicBezTo>
                <a:moveTo>
                  <a:pt x="92190" y="69273"/>
                </a:moveTo>
                <a:cubicBezTo>
                  <a:pt x="105584" y="29101"/>
                  <a:pt x="138384" y="0"/>
                  <a:pt x="184578" y="0"/>
                </a:cubicBezTo>
                <a:moveTo>
                  <a:pt x="69092" y="763621"/>
                </a:moveTo>
                <a:lnTo>
                  <a:pt x="1203120" y="763621"/>
                </a:lnTo>
                <a:moveTo>
                  <a:pt x="1295509" y="694329"/>
                </a:moveTo>
                <a:lnTo>
                  <a:pt x="1376348" y="69291"/>
                </a:lnTo>
                <a:moveTo>
                  <a:pt x="92190" y="69291"/>
                </a:moveTo>
                <a:lnTo>
                  <a:pt x="11350" y="694329"/>
                </a:lnTo>
              </a:path>
            </a:pathLst>
          </a:custGeom>
          <a:noFill/>
          <a:ln w="17323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610092" y="2658623"/>
            <a:ext cx="1497878" cy="950657"/>
          </a:xfrm>
          <a:custGeom>
            <a:avLst/>
            <a:gdLst/>
            <a:ahLst/>
            <a:cxnLst/>
            <a:rect l="0" t="0" r="0" b="0"/>
            <a:pathLst>
              <a:path w="1497878" h="950657">
                <a:moveTo>
                  <a:pt x="69291" y="0"/>
                </a:moveTo>
                <a:lnTo>
                  <a:pt x="46194" y="0"/>
                </a:lnTo>
                <a:cubicBezTo>
                  <a:pt x="20682" y="0"/>
                  <a:pt x="0" y="20682"/>
                  <a:pt x="0" y="46194"/>
                </a:cubicBezTo>
                <a:lnTo>
                  <a:pt x="0" y="69291"/>
                </a:lnTo>
                <a:moveTo>
                  <a:pt x="0" y="69291"/>
                </a:moveTo>
                <a:lnTo>
                  <a:pt x="0" y="881366"/>
                </a:lnTo>
                <a:moveTo>
                  <a:pt x="1497878" y="69291"/>
                </a:moveTo>
                <a:lnTo>
                  <a:pt x="1497878" y="881366"/>
                </a:lnTo>
                <a:moveTo>
                  <a:pt x="69291" y="0"/>
                </a:moveTo>
                <a:lnTo>
                  <a:pt x="1428587" y="0"/>
                </a:lnTo>
                <a:moveTo>
                  <a:pt x="69291" y="950657"/>
                </a:moveTo>
                <a:lnTo>
                  <a:pt x="46194" y="950657"/>
                </a:lnTo>
                <a:cubicBezTo>
                  <a:pt x="20682" y="950657"/>
                  <a:pt x="0" y="929975"/>
                  <a:pt x="0" y="904463"/>
                </a:cubicBezTo>
                <a:lnTo>
                  <a:pt x="0" y="881366"/>
                </a:lnTo>
                <a:moveTo>
                  <a:pt x="1428587" y="0"/>
                </a:moveTo>
                <a:lnTo>
                  <a:pt x="1451684" y="0"/>
                </a:lnTo>
                <a:cubicBezTo>
                  <a:pt x="1477196" y="0"/>
                  <a:pt x="1497878" y="20682"/>
                  <a:pt x="1497878" y="46194"/>
                </a:cubicBezTo>
                <a:lnTo>
                  <a:pt x="1497878" y="69291"/>
                </a:lnTo>
                <a:moveTo>
                  <a:pt x="1428587" y="950657"/>
                </a:moveTo>
                <a:lnTo>
                  <a:pt x="69291" y="950657"/>
                </a:lnTo>
                <a:moveTo>
                  <a:pt x="1428587" y="950657"/>
                </a:moveTo>
                <a:lnTo>
                  <a:pt x="1451684" y="950657"/>
                </a:lnTo>
                <a:cubicBezTo>
                  <a:pt x="1477196" y="950657"/>
                  <a:pt x="1497878" y="929975"/>
                  <a:pt x="1497878" y="904463"/>
                </a:cubicBezTo>
                <a:lnTo>
                  <a:pt x="1497878" y="881366"/>
                </a:lnTo>
              </a:path>
            </a:pathLst>
          </a:custGeom>
          <a:noFill/>
          <a:ln w="17323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9467" y="2583772"/>
            <a:ext cx="1497837" cy="1100358"/>
          </a:xfrm>
          <a:custGeom>
            <a:avLst/>
            <a:gdLst/>
            <a:ahLst/>
            <a:cxnLst/>
            <a:rect l="0" t="0" r="0" b="0"/>
            <a:pathLst>
              <a:path w="1497837" h="1100358">
                <a:moveTo>
                  <a:pt x="69291" y="0"/>
                </a:moveTo>
                <a:lnTo>
                  <a:pt x="46194" y="0"/>
                </a:lnTo>
                <a:cubicBezTo>
                  <a:pt x="20682" y="0"/>
                  <a:pt x="0" y="20682"/>
                  <a:pt x="0" y="46194"/>
                </a:cubicBezTo>
                <a:lnTo>
                  <a:pt x="0" y="69291"/>
                </a:lnTo>
                <a:moveTo>
                  <a:pt x="0" y="69291"/>
                </a:moveTo>
                <a:lnTo>
                  <a:pt x="0" y="1031067"/>
                </a:lnTo>
                <a:moveTo>
                  <a:pt x="1497837" y="69291"/>
                </a:moveTo>
                <a:lnTo>
                  <a:pt x="1497837" y="1031067"/>
                </a:lnTo>
                <a:moveTo>
                  <a:pt x="69291" y="0"/>
                </a:moveTo>
                <a:lnTo>
                  <a:pt x="1428545" y="0"/>
                </a:lnTo>
                <a:moveTo>
                  <a:pt x="69291" y="1100358"/>
                </a:moveTo>
                <a:lnTo>
                  <a:pt x="46194" y="1100358"/>
                </a:lnTo>
                <a:cubicBezTo>
                  <a:pt x="20682" y="1100358"/>
                  <a:pt x="0" y="1079676"/>
                  <a:pt x="0" y="1054164"/>
                </a:cubicBezTo>
                <a:lnTo>
                  <a:pt x="0" y="1031067"/>
                </a:lnTo>
                <a:moveTo>
                  <a:pt x="1428545" y="0"/>
                </a:moveTo>
                <a:lnTo>
                  <a:pt x="1451642" y="0"/>
                </a:lnTo>
                <a:cubicBezTo>
                  <a:pt x="1477154" y="0"/>
                  <a:pt x="1497837" y="20682"/>
                  <a:pt x="1497837" y="46194"/>
                </a:cubicBezTo>
                <a:lnTo>
                  <a:pt x="1497837" y="69291"/>
                </a:lnTo>
                <a:moveTo>
                  <a:pt x="1428545" y="1100358"/>
                </a:moveTo>
                <a:lnTo>
                  <a:pt x="69291" y="1100358"/>
                </a:lnTo>
                <a:moveTo>
                  <a:pt x="1428545" y="1100358"/>
                </a:moveTo>
                <a:lnTo>
                  <a:pt x="1451642" y="1100358"/>
                </a:lnTo>
                <a:cubicBezTo>
                  <a:pt x="1477154" y="1100358"/>
                  <a:pt x="1497837" y="1079676"/>
                  <a:pt x="1497837" y="1054164"/>
                </a:cubicBezTo>
                <a:lnTo>
                  <a:pt x="1497837" y="1031067"/>
                </a:lnTo>
              </a:path>
            </a:pathLst>
          </a:custGeom>
          <a:noFill/>
          <a:ln w="17323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Group 6"/>
          <p:cNvGrpSpPr/>
          <p:nvPr/>
        </p:nvGrpSpPr>
        <p:grpSpPr>
          <a:xfrm>
            <a:off x="7268796" y="1871485"/>
            <a:ext cx="1385964" cy="1146982"/>
            <a:chOff x="7268796" y="1866723"/>
            <a:chExt cx="1385964" cy="1146982"/>
          </a:xfrm>
        </p:grpSpPr>
        <p:sp>
          <p:nvSpPr>
            <p:cNvPr id="5" name="Rounded Rectangle 4"/>
            <p:cNvSpPr/>
            <p:nvPr/>
          </p:nvSpPr>
          <p:spPr>
            <a:xfrm>
              <a:off x="7268796" y="1959111"/>
              <a:ext cx="1385964" cy="962206"/>
            </a:xfrm>
            <a:custGeom>
              <a:avLst/>
              <a:gdLst/>
              <a:ahLst/>
              <a:cxnLst/>
              <a:rect l="0" t="0" r="0" b="0"/>
              <a:pathLst>
                <a:path w="1385964" h="962206">
                  <a:moveTo>
                    <a:pt x="6" y="9"/>
                  </a:moveTo>
                  <a:cubicBezTo>
                    <a:pt x="0" y="315709"/>
                    <a:pt x="4" y="657065"/>
                    <a:pt x="6" y="962206"/>
                  </a:cubicBezTo>
                  <a:moveTo>
                    <a:pt x="1385964" y="962206"/>
                  </a:moveTo>
                  <a:cubicBezTo>
                    <a:pt x="1385964" y="657065"/>
                    <a:pt x="1385964" y="356348"/>
                    <a:pt x="1385964" y="0"/>
                  </a:cubicBezTo>
                </a:path>
              </a:pathLst>
            </a:custGeom>
            <a:noFill/>
            <a:ln w="17323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268799" y="1866723"/>
              <a:ext cx="1385961" cy="1146982"/>
            </a:xfrm>
            <a:custGeom>
              <a:avLst/>
              <a:gdLst/>
              <a:ahLst/>
              <a:cxnLst/>
              <a:rect l="0" t="0" r="0" b="0"/>
              <a:pathLst>
                <a:path w="1385961" h="1146982">
                  <a:moveTo>
                    <a:pt x="1385961" y="92388"/>
                  </a:moveTo>
                  <a:cubicBezTo>
                    <a:pt x="1385961" y="41363"/>
                    <a:pt x="1075703" y="0"/>
                    <a:pt x="692980" y="0"/>
                  </a:cubicBezTo>
                  <a:cubicBezTo>
                    <a:pt x="310257" y="0"/>
                    <a:pt x="0" y="41363"/>
                    <a:pt x="0" y="92388"/>
                  </a:cubicBezTo>
                  <a:moveTo>
                    <a:pt x="1385961" y="92388"/>
                  </a:moveTo>
                  <a:cubicBezTo>
                    <a:pt x="1385961" y="143413"/>
                    <a:pt x="1075703" y="184776"/>
                    <a:pt x="692980" y="184776"/>
                  </a:cubicBezTo>
                  <a:cubicBezTo>
                    <a:pt x="310257" y="184776"/>
                    <a:pt x="0" y="143413"/>
                    <a:pt x="0" y="92388"/>
                  </a:cubicBezTo>
                  <a:moveTo>
                    <a:pt x="1385961" y="1054594"/>
                  </a:moveTo>
                  <a:cubicBezTo>
                    <a:pt x="1385961" y="1105619"/>
                    <a:pt x="1075703" y="1146982"/>
                    <a:pt x="692980" y="1146982"/>
                  </a:cubicBezTo>
                  <a:cubicBezTo>
                    <a:pt x="310257" y="1146982"/>
                    <a:pt x="0" y="1105619"/>
                    <a:pt x="0" y="1054594"/>
                  </a:cubicBezTo>
                </a:path>
              </a:pathLst>
            </a:custGeom>
            <a:noFill/>
            <a:ln w="17323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7268799" y="3249438"/>
            <a:ext cx="1438505" cy="763621"/>
          </a:xfrm>
          <a:custGeom>
            <a:avLst/>
            <a:gdLst/>
            <a:ahLst/>
            <a:cxnLst/>
            <a:rect l="0" t="0" r="0" b="0"/>
            <a:pathLst>
              <a:path w="1438505" h="763621">
                <a:moveTo>
                  <a:pt x="69291" y="0"/>
                </a:moveTo>
                <a:lnTo>
                  <a:pt x="46194" y="0"/>
                </a:lnTo>
                <a:cubicBezTo>
                  <a:pt x="20682" y="0"/>
                  <a:pt x="0" y="20682"/>
                  <a:pt x="0" y="46194"/>
                </a:cubicBezTo>
                <a:lnTo>
                  <a:pt x="0" y="69291"/>
                </a:lnTo>
                <a:moveTo>
                  <a:pt x="0" y="69291"/>
                </a:moveTo>
                <a:lnTo>
                  <a:pt x="0" y="694329"/>
                </a:lnTo>
                <a:moveTo>
                  <a:pt x="1438505" y="69291"/>
                </a:moveTo>
                <a:lnTo>
                  <a:pt x="1438505" y="694329"/>
                </a:lnTo>
                <a:moveTo>
                  <a:pt x="69291" y="0"/>
                </a:moveTo>
                <a:lnTo>
                  <a:pt x="1369214" y="0"/>
                </a:lnTo>
                <a:moveTo>
                  <a:pt x="69291" y="763621"/>
                </a:moveTo>
                <a:lnTo>
                  <a:pt x="46194" y="763621"/>
                </a:lnTo>
                <a:cubicBezTo>
                  <a:pt x="20682" y="763621"/>
                  <a:pt x="0" y="742938"/>
                  <a:pt x="0" y="717426"/>
                </a:cubicBezTo>
                <a:lnTo>
                  <a:pt x="0" y="694329"/>
                </a:lnTo>
                <a:moveTo>
                  <a:pt x="1369214" y="0"/>
                </a:moveTo>
                <a:lnTo>
                  <a:pt x="1392311" y="0"/>
                </a:lnTo>
                <a:cubicBezTo>
                  <a:pt x="1417823" y="0"/>
                  <a:pt x="1438505" y="20682"/>
                  <a:pt x="1438505" y="46194"/>
                </a:cubicBezTo>
                <a:lnTo>
                  <a:pt x="1438505" y="69291"/>
                </a:lnTo>
                <a:moveTo>
                  <a:pt x="1369214" y="763621"/>
                </a:moveTo>
                <a:lnTo>
                  <a:pt x="69291" y="763621"/>
                </a:lnTo>
                <a:moveTo>
                  <a:pt x="1369214" y="763621"/>
                </a:moveTo>
                <a:lnTo>
                  <a:pt x="1392311" y="763621"/>
                </a:lnTo>
                <a:cubicBezTo>
                  <a:pt x="1417823" y="763621"/>
                  <a:pt x="1438505" y="742938"/>
                  <a:pt x="1438505" y="717426"/>
                </a:cubicBezTo>
                <a:lnTo>
                  <a:pt x="1438505" y="694329"/>
                </a:lnTo>
              </a:path>
            </a:pathLst>
          </a:custGeom>
          <a:noFill/>
          <a:ln w="17323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1" name="Group 10"/>
          <p:cNvGrpSpPr/>
          <p:nvPr/>
        </p:nvGrpSpPr>
        <p:grpSpPr>
          <a:xfrm>
            <a:off x="1778597" y="3092042"/>
            <a:ext cx="810577" cy="83819"/>
            <a:chOff x="1778597" y="3087280"/>
            <a:chExt cx="810577" cy="83819"/>
          </a:xfrm>
        </p:grpSpPr>
        <p:sp>
          <p:nvSpPr>
            <p:cNvPr id="9" name="Rounded Rectangle 8"/>
            <p:cNvSpPr/>
            <p:nvPr/>
          </p:nvSpPr>
          <p:spPr>
            <a:xfrm>
              <a:off x="1778597" y="3129190"/>
              <a:ext cx="789527" cy="9525"/>
            </a:xfrm>
            <a:custGeom>
              <a:avLst/>
              <a:gdLst/>
              <a:ahLst/>
              <a:cxnLst/>
              <a:rect l="0" t="0" r="0" b="0"/>
              <a:pathLst>
                <a:path w="789527" h="9525">
                  <a:moveTo>
                    <a:pt x="0" y="0"/>
                  </a:moveTo>
                  <a:lnTo>
                    <a:pt x="789527" y="0"/>
                  </a:lnTo>
                </a:path>
              </a:pathLst>
            </a:custGeom>
            <a:noFill/>
            <a:ln w="17323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515832" y="3087280"/>
              <a:ext cx="73342" cy="83819"/>
            </a:xfrm>
            <a:custGeom>
              <a:avLst/>
              <a:gdLst/>
              <a:ahLst/>
              <a:cxnLst/>
              <a:rect l="0" t="0" r="0" b="0"/>
              <a:pathLst>
                <a:path w="73342" h="83819">
                  <a:moveTo>
                    <a:pt x="73342" y="41909"/>
                  </a:moveTo>
                  <a:lnTo>
                    <a:pt x="0" y="83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5E9"/>
            </a:solidFill>
            <a:ln w="17323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107971" y="3092042"/>
            <a:ext cx="810577" cy="83819"/>
            <a:chOff x="4107971" y="3087280"/>
            <a:chExt cx="810577" cy="83819"/>
          </a:xfrm>
        </p:grpSpPr>
        <p:sp>
          <p:nvSpPr>
            <p:cNvPr id="12" name="Rounded Rectangle 11"/>
            <p:cNvSpPr/>
            <p:nvPr/>
          </p:nvSpPr>
          <p:spPr>
            <a:xfrm>
              <a:off x="4107971" y="3129190"/>
              <a:ext cx="789527" cy="9525"/>
            </a:xfrm>
            <a:custGeom>
              <a:avLst/>
              <a:gdLst/>
              <a:ahLst/>
              <a:cxnLst/>
              <a:rect l="0" t="0" r="0" b="0"/>
              <a:pathLst>
                <a:path w="789527" h="9525">
                  <a:moveTo>
                    <a:pt x="0" y="0"/>
                  </a:moveTo>
                  <a:lnTo>
                    <a:pt x="789527" y="0"/>
                  </a:lnTo>
                </a:path>
              </a:pathLst>
            </a:custGeom>
            <a:noFill/>
            <a:ln w="17323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845206" y="3087280"/>
              <a:ext cx="73342" cy="83819"/>
            </a:xfrm>
            <a:custGeom>
              <a:avLst/>
              <a:gdLst/>
              <a:ahLst/>
              <a:cxnLst/>
              <a:rect l="0" t="0" r="0" b="0"/>
              <a:pathLst>
                <a:path w="73342" h="83819">
                  <a:moveTo>
                    <a:pt x="73342" y="41909"/>
                  </a:moveTo>
                  <a:lnTo>
                    <a:pt x="0" y="83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5E9"/>
            </a:solidFill>
            <a:ln w="17323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437303" y="2403065"/>
            <a:ext cx="810577" cy="730853"/>
            <a:chOff x="6437303" y="2398303"/>
            <a:chExt cx="810577" cy="730853"/>
          </a:xfrm>
        </p:grpSpPr>
        <p:sp>
          <p:nvSpPr>
            <p:cNvPr id="15" name="Rounded Rectangle 14"/>
            <p:cNvSpPr/>
            <p:nvPr/>
          </p:nvSpPr>
          <p:spPr>
            <a:xfrm>
              <a:off x="6437303" y="2440213"/>
              <a:ext cx="789527" cy="688943"/>
            </a:xfrm>
            <a:custGeom>
              <a:avLst/>
              <a:gdLst/>
              <a:ahLst/>
              <a:cxnLst/>
              <a:rect l="0" t="0" r="0" b="0"/>
              <a:pathLst>
                <a:path w="789527" h="688943">
                  <a:moveTo>
                    <a:pt x="0" y="688943"/>
                  </a:moveTo>
                  <a:lnTo>
                    <a:pt x="301466" y="688943"/>
                  </a:lnTo>
                  <a:cubicBezTo>
                    <a:pt x="364616" y="688943"/>
                    <a:pt x="415766" y="637793"/>
                    <a:pt x="415766" y="574643"/>
                  </a:cubicBezTo>
                  <a:lnTo>
                    <a:pt x="415766" y="114300"/>
                  </a:lnTo>
                  <a:cubicBezTo>
                    <a:pt x="415766" y="51149"/>
                    <a:pt x="466915" y="0"/>
                    <a:pt x="530066" y="0"/>
                  </a:cubicBezTo>
                  <a:lnTo>
                    <a:pt x="789527" y="0"/>
                  </a:lnTo>
                </a:path>
              </a:pathLst>
            </a:custGeom>
            <a:noFill/>
            <a:ln w="17323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174538" y="2398303"/>
              <a:ext cx="73342" cy="83819"/>
            </a:xfrm>
            <a:custGeom>
              <a:avLst/>
              <a:gdLst/>
              <a:ahLst/>
              <a:cxnLst/>
              <a:rect l="0" t="0" r="0" b="0"/>
              <a:pathLst>
                <a:path w="73342" h="83819">
                  <a:moveTo>
                    <a:pt x="73342" y="41910"/>
                  </a:moveTo>
                  <a:lnTo>
                    <a:pt x="0" y="83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5E9"/>
            </a:solidFill>
            <a:ln w="17323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437303" y="3133952"/>
            <a:ext cx="810577" cy="539114"/>
            <a:chOff x="6437303" y="3129190"/>
            <a:chExt cx="810577" cy="539114"/>
          </a:xfrm>
        </p:grpSpPr>
        <p:sp>
          <p:nvSpPr>
            <p:cNvPr id="18" name="Rounded Rectangle 17"/>
            <p:cNvSpPr/>
            <p:nvPr/>
          </p:nvSpPr>
          <p:spPr>
            <a:xfrm>
              <a:off x="6437303" y="3129190"/>
              <a:ext cx="789527" cy="497300"/>
            </a:xfrm>
            <a:custGeom>
              <a:avLst/>
              <a:gdLst/>
              <a:ahLst/>
              <a:cxnLst/>
              <a:rect l="0" t="0" r="0" b="0"/>
              <a:pathLst>
                <a:path w="789527" h="497300">
                  <a:moveTo>
                    <a:pt x="0" y="0"/>
                  </a:moveTo>
                  <a:lnTo>
                    <a:pt x="301466" y="0"/>
                  </a:lnTo>
                  <a:cubicBezTo>
                    <a:pt x="364616" y="0"/>
                    <a:pt x="415766" y="51149"/>
                    <a:pt x="415766" y="114300"/>
                  </a:cubicBezTo>
                  <a:lnTo>
                    <a:pt x="415766" y="383000"/>
                  </a:lnTo>
                  <a:cubicBezTo>
                    <a:pt x="415766" y="446151"/>
                    <a:pt x="466915" y="497300"/>
                    <a:pt x="530066" y="497300"/>
                  </a:cubicBezTo>
                  <a:lnTo>
                    <a:pt x="789527" y="497300"/>
                  </a:lnTo>
                </a:path>
              </a:pathLst>
            </a:custGeom>
            <a:noFill/>
            <a:ln w="17323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174538" y="3584485"/>
              <a:ext cx="73342" cy="83819"/>
            </a:xfrm>
            <a:custGeom>
              <a:avLst/>
              <a:gdLst/>
              <a:ahLst/>
              <a:cxnLst/>
              <a:rect l="0" t="0" r="0" b="0"/>
              <a:pathLst>
                <a:path w="73342" h="83819">
                  <a:moveTo>
                    <a:pt x="73342" y="41910"/>
                  </a:moveTo>
                  <a:lnTo>
                    <a:pt x="0" y="83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5E9"/>
            </a:solidFill>
            <a:ln w="17323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615320" y="376236"/>
            <a:ext cx="7913360" cy="3600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1">
                <a:solidFill>
                  <a:srgbClr val="68D5E9"/>
                </a:solidFill>
                <a:latin typeface="Montserrat"/>
              </a:rPr>
              <a:t>Backend API &amp; Media Handling Flow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7503150" y="2148665"/>
            <a:ext cx="917257" cy="374093"/>
            <a:chOff x="7503150" y="2143903"/>
            <a:chExt cx="917257" cy="374093"/>
          </a:xfrm>
        </p:grpSpPr>
        <p:sp>
          <p:nvSpPr>
            <p:cNvPr id="22" name="TextBox 21"/>
            <p:cNvSpPr txBox="1"/>
            <p:nvPr/>
          </p:nvSpPr>
          <p:spPr>
            <a:xfrm>
              <a:off x="7434356" y="2143903"/>
              <a:ext cx="1054845" cy="186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68D5E9"/>
                  </a:solidFill>
                  <a:latin typeface="Montserrat"/>
                </a:rPr>
                <a:t>Mongoose/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434356" y="2330878"/>
              <a:ext cx="1054845" cy="187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68D5E9"/>
                  </a:solidFill>
                  <a:latin typeface="Montserrat"/>
                </a:rPr>
                <a:t>MongoDB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391784" y="2592063"/>
            <a:ext cx="1139990" cy="299369"/>
            <a:chOff x="7391784" y="2587301"/>
            <a:chExt cx="1139990" cy="299369"/>
          </a:xfrm>
        </p:grpSpPr>
        <p:sp>
          <p:nvSpPr>
            <p:cNvPr id="25" name="TextBox 24"/>
            <p:cNvSpPr txBox="1"/>
            <p:nvPr/>
          </p:nvSpPr>
          <p:spPr>
            <a:xfrm>
              <a:off x="7306285" y="2587301"/>
              <a:ext cx="1310988" cy="149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C5C8E8"/>
                  </a:solidFill>
                  <a:latin typeface="Montserrat"/>
                </a:rPr>
                <a:t>Store and retrieve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306285" y="2737034"/>
              <a:ext cx="1310988" cy="149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C5C8E8"/>
                  </a:solidFill>
                  <a:latin typeface="Montserrat"/>
                </a:rPr>
                <a:t>application data.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547687" y="2856079"/>
            <a:ext cx="1096830" cy="1870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>
                <a:solidFill>
                  <a:srgbClr val="68D5E9"/>
                </a:solidFill>
                <a:latin typeface="Montserrat"/>
              </a:rPr>
              <a:t>User Action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878971" y="2762581"/>
            <a:ext cx="960120" cy="374093"/>
            <a:chOff x="2878971" y="2757819"/>
            <a:chExt cx="960120" cy="374093"/>
          </a:xfrm>
        </p:grpSpPr>
        <p:sp>
          <p:nvSpPr>
            <p:cNvPr id="29" name="TextBox 28"/>
            <p:cNvSpPr txBox="1"/>
            <p:nvPr/>
          </p:nvSpPr>
          <p:spPr>
            <a:xfrm>
              <a:off x="2806962" y="2757819"/>
              <a:ext cx="1104138" cy="186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68D5E9"/>
                  </a:solidFill>
                  <a:latin typeface="Montserrat"/>
                </a:rPr>
                <a:t>Express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806962" y="2944794"/>
              <a:ext cx="1104138" cy="187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68D5E9"/>
                  </a:solidFill>
                  <a:latin typeface="Montserrat"/>
                </a:rPr>
                <a:t>Middleware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258007" y="2687730"/>
            <a:ext cx="860745" cy="374093"/>
            <a:chOff x="5258007" y="2682968"/>
            <a:chExt cx="860745" cy="374093"/>
          </a:xfrm>
        </p:grpSpPr>
        <p:sp>
          <p:nvSpPr>
            <p:cNvPr id="32" name="TextBox 31"/>
            <p:cNvSpPr txBox="1"/>
            <p:nvPr/>
          </p:nvSpPr>
          <p:spPr>
            <a:xfrm>
              <a:off x="5193452" y="2682968"/>
              <a:ext cx="989856" cy="186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68D5E9"/>
                  </a:solidFill>
                  <a:latin typeface="Montserrat"/>
                </a:rPr>
                <a:t>Controller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193452" y="2869943"/>
              <a:ext cx="989856" cy="187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68D5E9"/>
                  </a:solidFill>
                  <a:latin typeface="Montserrat"/>
                </a:rPr>
                <a:t>Logic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05874" y="3112454"/>
            <a:ext cx="980446" cy="299369"/>
            <a:chOff x="605874" y="3107692"/>
            <a:chExt cx="980446" cy="299369"/>
          </a:xfrm>
        </p:grpSpPr>
        <p:sp>
          <p:nvSpPr>
            <p:cNvPr id="35" name="TextBox 34"/>
            <p:cNvSpPr txBox="1"/>
            <p:nvPr/>
          </p:nvSpPr>
          <p:spPr>
            <a:xfrm>
              <a:off x="532341" y="3107692"/>
              <a:ext cx="1127512" cy="149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C5C8E8"/>
                  </a:solidFill>
                  <a:latin typeface="Montserrat"/>
                </a:rPr>
                <a:t>Initiate request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32341" y="3257425"/>
              <a:ext cx="1127512" cy="149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C5C8E8"/>
                  </a:solidFill>
                  <a:latin typeface="Montserrat"/>
                </a:rPr>
                <a:t>via Axios.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733077" y="3205974"/>
            <a:ext cx="1251908" cy="299369"/>
            <a:chOff x="2733077" y="3201212"/>
            <a:chExt cx="1251908" cy="299369"/>
          </a:xfrm>
        </p:grpSpPr>
        <p:sp>
          <p:nvSpPr>
            <p:cNvPr id="38" name="TextBox 37"/>
            <p:cNvSpPr txBox="1"/>
            <p:nvPr/>
          </p:nvSpPr>
          <p:spPr>
            <a:xfrm>
              <a:off x="2639184" y="3201212"/>
              <a:ext cx="1439694" cy="149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C5C8E8"/>
                  </a:solidFill>
                  <a:latin typeface="Montserrat"/>
                </a:rPr>
                <a:t>Handle routing and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639184" y="3350945"/>
              <a:ext cx="1439694" cy="149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C5C8E8"/>
                  </a:solidFill>
                  <a:latin typeface="Montserrat"/>
                </a:rPr>
                <a:t>authentication.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133792" y="3131126"/>
            <a:ext cx="1109186" cy="449075"/>
            <a:chOff x="5133792" y="3126364"/>
            <a:chExt cx="1109186" cy="449075"/>
          </a:xfrm>
        </p:grpSpPr>
        <p:sp>
          <p:nvSpPr>
            <p:cNvPr id="41" name="TextBox 40"/>
            <p:cNvSpPr txBox="1"/>
            <p:nvPr/>
          </p:nvSpPr>
          <p:spPr>
            <a:xfrm>
              <a:off x="5050604" y="3126364"/>
              <a:ext cx="1275563" cy="149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C5C8E8"/>
                  </a:solidFill>
                  <a:latin typeface="Montserrat"/>
                </a:rPr>
                <a:t>Execute business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050604" y="3276096"/>
              <a:ext cx="1275563" cy="149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C5C8E8"/>
                  </a:solidFill>
                  <a:latin typeface="Montserrat"/>
                </a:rPr>
                <a:t>logic and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050604" y="3425830"/>
              <a:ext cx="1275563" cy="1496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C5C8E8"/>
                  </a:solidFill>
                  <a:latin typeface="Montserrat"/>
                </a:rPr>
                <a:t>processing.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7476424" y="3353374"/>
            <a:ext cx="1023255" cy="1870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>
                <a:solidFill>
                  <a:srgbClr val="68D5E9"/>
                </a:solidFill>
                <a:latin typeface="Montserrat"/>
              </a:rPr>
              <a:t>Cloudinary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7391786" y="3609749"/>
            <a:ext cx="1192530" cy="299369"/>
            <a:chOff x="7391786" y="3604987"/>
            <a:chExt cx="1192530" cy="299369"/>
          </a:xfrm>
        </p:grpSpPr>
        <p:sp>
          <p:nvSpPr>
            <p:cNvPr id="46" name="TextBox 45"/>
            <p:cNvSpPr txBox="1"/>
            <p:nvPr/>
          </p:nvSpPr>
          <p:spPr>
            <a:xfrm>
              <a:off x="7302347" y="3604987"/>
              <a:ext cx="1371409" cy="149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C5C8E8"/>
                  </a:solidFill>
                  <a:latin typeface="Montserrat"/>
                </a:rPr>
                <a:t>Store and manage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302347" y="3754720"/>
              <a:ext cx="1371409" cy="149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C5C8E8"/>
                  </a:solidFill>
                  <a:latin typeface="Montserrat"/>
                </a:rPr>
                <a:t>media assets.</a:t>
              </a:r>
            </a:p>
          </p:txBody>
        </p:sp>
      </p:grpSp>
      <p:sp>
        <p:nvSpPr>
          <p:cNvPr id="49" name="Rounded Rectangle 48"/>
          <p:cNvSpPr/>
          <p:nvPr/>
        </p:nvSpPr>
        <p:spPr>
          <a:xfrm>
            <a:off x="78867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61C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92064" y="2232691"/>
            <a:ext cx="1640525" cy="1370109"/>
          </a:xfrm>
          <a:custGeom>
            <a:avLst/>
            <a:gdLst/>
            <a:ahLst/>
            <a:cxnLst/>
            <a:rect l="0" t="0" r="0" b="0"/>
            <a:pathLst>
              <a:path w="1640525" h="1370109">
                <a:moveTo>
                  <a:pt x="692265" y="173066"/>
                </a:moveTo>
                <a:cubicBezTo>
                  <a:pt x="663421" y="95186"/>
                  <a:pt x="716302" y="25238"/>
                  <a:pt x="746348" y="0"/>
                </a:cubicBezTo>
                <a:lnTo>
                  <a:pt x="793221" y="0"/>
                </a:lnTo>
                <a:lnTo>
                  <a:pt x="845501" y="0"/>
                </a:lnTo>
                <a:lnTo>
                  <a:pt x="897782" y="0"/>
                </a:lnTo>
                <a:cubicBezTo>
                  <a:pt x="927828" y="25238"/>
                  <a:pt x="980709" y="95186"/>
                  <a:pt x="951865" y="173066"/>
                </a:cubicBezTo>
                <a:cubicBezTo>
                  <a:pt x="943623" y="195321"/>
                  <a:pt x="932043" y="218694"/>
                  <a:pt x="918978" y="241571"/>
                </a:cubicBezTo>
                <a:cubicBezTo>
                  <a:pt x="886322" y="298752"/>
                  <a:pt x="844383" y="352830"/>
                  <a:pt x="822065" y="378582"/>
                </a:cubicBezTo>
                <a:cubicBezTo>
                  <a:pt x="810201" y="364893"/>
                  <a:pt x="792792" y="343198"/>
                  <a:pt x="774180" y="317288"/>
                </a:cubicBezTo>
                <a:cubicBezTo>
                  <a:pt x="755579" y="291393"/>
                  <a:pt x="735778" y="261288"/>
                  <a:pt x="719109" y="230755"/>
                </a:cubicBezTo>
                <a:cubicBezTo>
                  <a:pt x="708530" y="211375"/>
                  <a:pt x="699212" y="191823"/>
                  <a:pt x="692265" y="173066"/>
                </a:cubicBezTo>
                <a:close/>
                <a:moveTo>
                  <a:pt x="775193" y="1193435"/>
                </a:moveTo>
                <a:cubicBezTo>
                  <a:pt x="772789" y="1162188"/>
                  <a:pt x="749233" y="1093922"/>
                  <a:pt x="674237" y="1070847"/>
                </a:cubicBezTo>
                <a:cubicBezTo>
                  <a:pt x="642859" y="1061192"/>
                  <a:pt x="616278" y="1060879"/>
                  <a:pt x="594915" y="1065101"/>
                </a:cubicBezTo>
                <a:moveTo>
                  <a:pt x="537227" y="1096086"/>
                </a:moveTo>
                <a:cubicBezTo>
                  <a:pt x="545615" y="1085601"/>
                  <a:pt x="565222" y="1070969"/>
                  <a:pt x="594915" y="1065101"/>
                </a:cubicBezTo>
                <a:moveTo>
                  <a:pt x="594915" y="1065101"/>
                </a:moveTo>
                <a:cubicBezTo>
                  <a:pt x="554053" y="1023749"/>
                  <a:pt x="445646" y="964122"/>
                  <a:pt x="338921" y="1056424"/>
                </a:cubicBezTo>
                <a:cubicBezTo>
                  <a:pt x="266810" y="1118790"/>
                  <a:pt x="282435" y="1241510"/>
                  <a:pt x="320894" y="1276364"/>
                </a:cubicBezTo>
                <a:cubicBezTo>
                  <a:pt x="301664" y="1270354"/>
                  <a:pt x="263205" y="1263744"/>
                  <a:pt x="241571" y="1290786"/>
                </a:cubicBezTo>
                <a:cubicBezTo>
                  <a:pt x="227149" y="1308814"/>
                  <a:pt x="227149" y="1330447"/>
                  <a:pt x="234360" y="1355686"/>
                </a:cubicBezTo>
                <a:lnTo>
                  <a:pt x="144222" y="1355686"/>
                </a:lnTo>
                <a:moveTo>
                  <a:pt x="115377" y="1355686"/>
                </a:moveTo>
                <a:lnTo>
                  <a:pt x="54083" y="1355686"/>
                </a:lnTo>
                <a:moveTo>
                  <a:pt x="21633" y="1355686"/>
                </a:moveTo>
                <a:lnTo>
                  <a:pt x="0" y="1355686"/>
                </a:lnTo>
                <a:moveTo>
                  <a:pt x="966287" y="1052820"/>
                </a:moveTo>
                <a:cubicBezTo>
                  <a:pt x="980709" y="1038397"/>
                  <a:pt x="1020370" y="1018206"/>
                  <a:pt x="1063637" y="1052820"/>
                </a:cubicBezTo>
                <a:cubicBezTo>
                  <a:pt x="1081665" y="997534"/>
                  <a:pt x="1148007" y="894175"/>
                  <a:pt x="1269153" y="923020"/>
                </a:cubicBezTo>
                <a:cubicBezTo>
                  <a:pt x="1390300" y="951864"/>
                  <a:pt x="1413375" y="1060031"/>
                  <a:pt x="1409770" y="1110509"/>
                </a:cubicBezTo>
                <a:cubicBezTo>
                  <a:pt x="1408568" y="1128537"/>
                  <a:pt x="1398953" y="1172525"/>
                  <a:pt x="1370109" y="1204253"/>
                </a:cubicBezTo>
                <a:cubicBezTo>
                  <a:pt x="1395348" y="1193437"/>
                  <a:pt x="1454479" y="1186226"/>
                  <a:pt x="1489092" y="1243915"/>
                </a:cubicBezTo>
                <a:cubicBezTo>
                  <a:pt x="1523705" y="1301603"/>
                  <a:pt x="1484284" y="1344870"/>
                  <a:pt x="1460248" y="1359292"/>
                </a:cubicBezTo>
                <a:lnTo>
                  <a:pt x="1640525" y="1359292"/>
                </a:lnTo>
                <a:moveTo>
                  <a:pt x="793221" y="0"/>
                </a:moveTo>
                <a:cubicBezTo>
                  <a:pt x="769184" y="21633"/>
                  <a:pt x="736439" y="76855"/>
                  <a:pt x="767982" y="147827"/>
                </a:cubicBezTo>
                <a:cubicBezTo>
                  <a:pt x="782404" y="180277"/>
                  <a:pt x="822065" y="223544"/>
                  <a:pt x="822065" y="223544"/>
                </a:cubicBezTo>
                <a:cubicBezTo>
                  <a:pt x="822065" y="223544"/>
                  <a:pt x="858121" y="176671"/>
                  <a:pt x="872543" y="147827"/>
                </a:cubicBezTo>
                <a:cubicBezTo>
                  <a:pt x="886965" y="118983"/>
                  <a:pt x="904632" y="46151"/>
                  <a:pt x="845501" y="0"/>
                </a:cubicBezTo>
                <a:moveTo>
                  <a:pt x="719109" y="230755"/>
                </a:moveTo>
                <a:lnTo>
                  <a:pt x="719109" y="364160"/>
                </a:lnTo>
                <a:moveTo>
                  <a:pt x="774180" y="317288"/>
                </a:moveTo>
                <a:lnTo>
                  <a:pt x="774180" y="1218676"/>
                </a:lnTo>
                <a:moveTo>
                  <a:pt x="836487" y="432666"/>
                </a:moveTo>
                <a:lnTo>
                  <a:pt x="836487" y="796826"/>
                </a:lnTo>
                <a:moveTo>
                  <a:pt x="836487" y="832882"/>
                </a:moveTo>
                <a:lnTo>
                  <a:pt x="836487" y="973498"/>
                </a:lnTo>
                <a:moveTo>
                  <a:pt x="836487" y="1005948"/>
                </a:moveTo>
                <a:lnTo>
                  <a:pt x="836487" y="1049215"/>
                </a:lnTo>
                <a:moveTo>
                  <a:pt x="836487" y="1081665"/>
                </a:moveTo>
                <a:lnTo>
                  <a:pt x="836487" y="1106904"/>
                </a:lnTo>
                <a:moveTo>
                  <a:pt x="836487" y="1139354"/>
                </a:moveTo>
                <a:lnTo>
                  <a:pt x="836487" y="1197042"/>
                </a:lnTo>
                <a:moveTo>
                  <a:pt x="918978" y="241571"/>
                </a:moveTo>
                <a:lnTo>
                  <a:pt x="918978" y="1370109"/>
                </a:lnTo>
              </a:path>
            </a:pathLst>
          </a:custGeom>
          <a:noFill/>
          <a:ln w="10815">
            <a:solidFill>
              <a:srgbClr val="C5C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38196" y="1280823"/>
            <a:ext cx="951865" cy="1067242"/>
          </a:xfrm>
          <a:custGeom>
            <a:avLst/>
            <a:gdLst/>
            <a:ahLst/>
            <a:cxnLst/>
            <a:rect l="0" t="0" r="0" b="0"/>
            <a:pathLst>
              <a:path w="951865" h="1067242">
                <a:moveTo>
                  <a:pt x="317309" y="865332"/>
                </a:moveTo>
                <a:lnTo>
                  <a:pt x="221743" y="865332"/>
                </a:lnTo>
                <a:lnTo>
                  <a:pt x="223447" y="908598"/>
                </a:lnTo>
                <a:lnTo>
                  <a:pt x="100955" y="908598"/>
                </a:lnTo>
                <a:lnTo>
                  <a:pt x="102363" y="886966"/>
                </a:lnTo>
                <a:lnTo>
                  <a:pt x="103772" y="865332"/>
                </a:lnTo>
                <a:lnTo>
                  <a:pt x="0" y="865332"/>
                </a:lnTo>
                <a:lnTo>
                  <a:pt x="0" y="692267"/>
                </a:lnTo>
                <a:cubicBezTo>
                  <a:pt x="40863" y="642991"/>
                  <a:pt x="149990" y="519199"/>
                  <a:pt x="259599" y="432666"/>
                </a:cubicBezTo>
                <a:cubicBezTo>
                  <a:pt x="257320" y="378736"/>
                  <a:pt x="271748" y="276608"/>
                  <a:pt x="328549" y="173066"/>
                </a:cubicBezTo>
                <a:cubicBezTo>
                  <a:pt x="361622" y="112778"/>
                  <a:pt x="409061" y="52010"/>
                  <a:pt x="475932" y="0"/>
                </a:cubicBezTo>
                <a:cubicBezTo>
                  <a:pt x="542804" y="52011"/>
                  <a:pt x="590243" y="112778"/>
                  <a:pt x="623316" y="173066"/>
                </a:cubicBezTo>
                <a:cubicBezTo>
                  <a:pt x="680117" y="276607"/>
                  <a:pt x="694544" y="378735"/>
                  <a:pt x="692265" y="432666"/>
                </a:cubicBezTo>
                <a:cubicBezTo>
                  <a:pt x="801874" y="519199"/>
                  <a:pt x="911002" y="642990"/>
                  <a:pt x="951865" y="692266"/>
                </a:cubicBezTo>
                <a:lnTo>
                  <a:pt x="951865" y="865332"/>
                </a:lnTo>
                <a:lnTo>
                  <a:pt x="849109" y="865332"/>
                </a:lnTo>
                <a:lnTo>
                  <a:pt x="850813" y="908598"/>
                </a:lnTo>
                <a:lnTo>
                  <a:pt x="728321" y="908598"/>
                </a:lnTo>
                <a:lnTo>
                  <a:pt x="731138" y="865332"/>
                </a:lnTo>
                <a:lnTo>
                  <a:pt x="631670" y="865332"/>
                </a:lnTo>
                <a:cubicBezTo>
                  <a:pt x="623901" y="895936"/>
                  <a:pt x="615277" y="925138"/>
                  <a:pt x="605732" y="951865"/>
                </a:cubicBezTo>
                <a:lnTo>
                  <a:pt x="346132" y="951865"/>
                </a:lnTo>
                <a:cubicBezTo>
                  <a:pt x="338409" y="934578"/>
                  <a:pt x="328119" y="905452"/>
                  <a:pt x="317309" y="865332"/>
                </a:cubicBezTo>
                <a:close/>
                <a:moveTo>
                  <a:pt x="133405" y="951865"/>
                </a:moveTo>
                <a:lnTo>
                  <a:pt x="133405" y="1063637"/>
                </a:lnTo>
                <a:moveTo>
                  <a:pt x="191094" y="951865"/>
                </a:moveTo>
                <a:lnTo>
                  <a:pt x="191094" y="1009554"/>
                </a:lnTo>
                <a:moveTo>
                  <a:pt x="259599" y="432666"/>
                </a:moveTo>
                <a:cubicBezTo>
                  <a:pt x="265605" y="626835"/>
                  <a:pt x="292794" y="774351"/>
                  <a:pt x="317309" y="865332"/>
                </a:cubicBezTo>
                <a:lnTo>
                  <a:pt x="631670" y="865332"/>
                </a:lnTo>
                <a:cubicBezTo>
                  <a:pt x="670849" y="710975"/>
                  <a:pt x="688253" y="520929"/>
                  <a:pt x="692265" y="432666"/>
                </a:cubicBezTo>
                <a:moveTo>
                  <a:pt x="328549" y="173066"/>
                </a:moveTo>
                <a:lnTo>
                  <a:pt x="623316" y="173066"/>
                </a:lnTo>
                <a:moveTo>
                  <a:pt x="753560" y="951865"/>
                </a:moveTo>
                <a:lnTo>
                  <a:pt x="753560" y="1009554"/>
                </a:lnTo>
                <a:moveTo>
                  <a:pt x="811248" y="951865"/>
                </a:moveTo>
                <a:lnTo>
                  <a:pt x="811248" y="1067242"/>
                </a:lnTo>
                <a:moveTo>
                  <a:pt x="731138" y="865332"/>
                </a:moveTo>
                <a:cubicBezTo>
                  <a:pt x="737102" y="818118"/>
                  <a:pt x="753681" y="764376"/>
                  <a:pt x="791423" y="764376"/>
                </a:cubicBezTo>
                <a:cubicBezTo>
                  <a:pt x="829164" y="764376"/>
                  <a:pt x="844360" y="818118"/>
                  <a:pt x="849109" y="865332"/>
                </a:cubicBezTo>
                <a:moveTo>
                  <a:pt x="103772" y="865332"/>
                </a:moveTo>
                <a:cubicBezTo>
                  <a:pt x="109737" y="818118"/>
                  <a:pt x="126316" y="764376"/>
                  <a:pt x="164057" y="764376"/>
                </a:cubicBezTo>
                <a:cubicBezTo>
                  <a:pt x="201798" y="764376"/>
                  <a:pt x="216994" y="818118"/>
                  <a:pt x="221743" y="865332"/>
                </a:cubicBezTo>
                <a:moveTo>
                  <a:pt x="605732" y="432666"/>
                </a:moveTo>
                <a:cubicBezTo>
                  <a:pt x="605732" y="360979"/>
                  <a:pt x="547618" y="302866"/>
                  <a:pt x="475932" y="302866"/>
                </a:cubicBezTo>
                <a:cubicBezTo>
                  <a:pt x="404246" y="302866"/>
                  <a:pt x="346132" y="360979"/>
                  <a:pt x="346132" y="432666"/>
                </a:cubicBezTo>
                <a:cubicBezTo>
                  <a:pt x="346132" y="504352"/>
                  <a:pt x="404246" y="562465"/>
                  <a:pt x="475932" y="562465"/>
                </a:cubicBezTo>
                <a:cubicBezTo>
                  <a:pt x="547618" y="562465"/>
                  <a:pt x="605732" y="504352"/>
                  <a:pt x="605732" y="432666"/>
                </a:cubicBezTo>
                <a:close/>
                <a:moveTo>
                  <a:pt x="533621" y="432666"/>
                </a:moveTo>
                <a:cubicBezTo>
                  <a:pt x="533621" y="400805"/>
                  <a:pt x="507793" y="374977"/>
                  <a:pt x="475932" y="374977"/>
                </a:cubicBezTo>
                <a:cubicBezTo>
                  <a:pt x="444071" y="374977"/>
                  <a:pt x="418243" y="400805"/>
                  <a:pt x="418243" y="432666"/>
                </a:cubicBezTo>
                <a:cubicBezTo>
                  <a:pt x="418243" y="464526"/>
                  <a:pt x="444071" y="490354"/>
                  <a:pt x="475932" y="490354"/>
                </a:cubicBezTo>
                <a:cubicBezTo>
                  <a:pt x="507793" y="490354"/>
                  <a:pt x="533621" y="464526"/>
                  <a:pt x="533621" y="432666"/>
                </a:cubicBezTo>
                <a:close/>
              </a:path>
            </a:pathLst>
          </a:custGeom>
          <a:noFill/>
          <a:ln w="10815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1456803" y="2026285"/>
            <a:ext cx="502920" cy="379475"/>
            <a:chOff x="1456803" y="2021523"/>
            <a:chExt cx="502920" cy="379475"/>
          </a:xfrm>
        </p:grpSpPr>
        <p:sp>
          <p:nvSpPr>
            <p:cNvPr id="4" name="Rounded Rectangle 3"/>
            <p:cNvSpPr/>
            <p:nvPr/>
          </p:nvSpPr>
          <p:spPr>
            <a:xfrm>
              <a:off x="1456803" y="2054860"/>
              <a:ext cx="486060" cy="346138"/>
            </a:xfrm>
            <a:custGeom>
              <a:avLst/>
              <a:gdLst/>
              <a:ahLst/>
              <a:cxnLst/>
              <a:rect l="0" t="0" r="0" b="0"/>
              <a:pathLst>
                <a:path w="486060" h="346138">
                  <a:moveTo>
                    <a:pt x="0" y="346138"/>
                  </a:moveTo>
                  <a:lnTo>
                    <a:pt x="0" y="144208"/>
                  </a:lnTo>
                  <a:cubicBezTo>
                    <a:pt x="0" y="64579"/>
                    <a:pt x="64579" y="0"/>
                    <a:pt x="144208" y="0"/>
                  </a:cubicBezTo>
                  <a:lnTo>
                    <a:pt x="486060" y="0"/>
                  </a:lnTo>
                </a:path>
              </a:pathLst>
            </a:custGeom>
            <a:noFill/>
            <a:ln w="10815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901621" y="2021523"/>
              <a:ext cx="58102" cy="66675"/>
            </a:xfrm>
            <a:custGeom>
              <a:avLst/>
              <a:gdLst/>
              <a:ahLst/>
              <a:cxnLst/>
              <a:rect l="0" t="0" r="0" b="0"/>
              <a:pathLst>
                <a:path w="58102" h="66675">
                  <a:moveTo>
                    <a:pt x="58102" y="33337"/>
                  </a:moveTo>
                  <a:lnTo>
                    <a:pt x="0" y="666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5E9"/>
            </a:solidFill>
            <a:ln w="10815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966267" y="2026285"/>
            <a:ext cx="502920" cy="379475"/>
            <a:chOff x="3966267" y="2021523"/>
            <a:chExt cx="502920" cy="379475"/>
          </a:xfrm>
        </p:grpSpPr>
        <p:sp>
          <p:nvSpPr>
            <p:cNvPr id="7" name="Rounded Rectangle 6"/>
            <p:cNvSpPr/>
            <p:nvPr/>
          </p:nvSpPr>
          <p:spPr>
            <a:xfrm>
              <a:off x="3966267" y="2054860"/>
              <a:ext cx="486060" cy="346138"/>
            </a:xfrm>
            <a:custGeom>
              <a:avLst/>
              <a:gdLst/>
              <a:ahLst/>
              <a:cxnLst/>
              <a:rect l="0" t="0" r="0" b="0"/>
              <a:pathLst>
                <a:path w="486060" h="346138">
                  <a:moveTo>
                    <a:pt x="0" y="346138"/>
                  </a:moveTo>
                  <a:lnTo>
                    <a:pt x="0" y="144208"/>
                  </a:lnTo>
                  <a:cubicBezTo>
                    <a:pt x="0" y="64579"/>
                    <a:pt x="64579" y="0"/>
                    <a:pt x="144208" y="0"/>
                  </a:cubicBezTo>
                  <a:lnTo>
                    <a:pt x="486060" y="0"/>
                  </a:lnTo>
                </a:path>
              </a:pathLst>
            </a:custGeom>
            <a:noFill/>
            <a:ln w="10815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411085" y="2021523"/>
              <a:ext cx="58102" cy="66675"/>
            </a:xfrm>
            <a:custGeom>
              <a:avLst/>
              <a:gdLst/>
              <a:ahLst/>
              <a:cxnLst/>
              <a:rect l="0" t="0" r="0" b="0"/>
              <a:pathLst>
                <a:path w="58102" h="66675">
                  <a:moveTo>
                    <a:pt x="58102" y="33337"/>
                  </a:moveTo>
                  <a:lnTo>
                    <a:pt x="0" y="666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5E9"/>
            </a:solidFill>
            <a:ln w="10815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302664" y="2026285"/>
            <a:ext cx="589597" cy="379475"/>
            <a:chOff x="6302664" y="2021523"/>
            <a:chExt cx="589597" cy="379475"/>
          </a:xfrm>
        </p:grpSpPr>
        <p:sp>
          <p:nvSpPr>
            <p:cNvPr id="10" name="Rounded Rectangle 9"/>
            <p:cNvSpPr/>
            <p:nvPr/>
          </p:nvSpPr>
          <p:spPr>
            <a:xfrm>
              <a:off x="6302664" y="2054860"/>
              <a:ext cx="572547" cy="346138"/>
            </a:xfrm>
            <a:custGeom>
              <a:avLst/>
              <a:gdLst/>
              <a:ahLst/>
              <a:cxnLst/>
              <a:rect l="0" t="0" r="0" b="0"/>
              <a:pathLst>
                <a:path w="572547" h="346138">
                  <a:moveTo>
                    <a:pt x="0" y="346138"/>
                  </a:moveTo>
                  <a:lnTo>
                    <a:pt x="0" y="144208"/>
                  </a:lnTo>
                  <a:cubicBezTo>
                    <a:pt x="0" y="64579"/>
                    <a:pt x="64579" y="0"/>
                    <a:pt x="144208" y="0"/>
                  </a:cubicBezTo>
                  <a:lnTo>
                    <a:pt x="572547" y="0"/>
                  </a:lnTo>
                </a:path>
              </a:pathLst>
            </a:custGeom>
            <a:noFill/>
            <a:ln w="10815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834159" y="2021523"/>
              <a:ext cx="58102" cy="66675"/>
            </a:xfrm>
            <a:custGeom>
              <a:avLst/>
              <a:gdLst/>
              <a:ahLst/>
              <a:cxnLst/>
              <a:rect l="0" t="0" r="0" b="0"/>
              <a:pathLst>
                <a:path w="58102" h="66675">
                  <a:moveTo>
                    <a:pt x="58102" y="33337"/>
                  </a:moveTo>
                  <a:lnTo>
                    <a:pt x="0" y="666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5E9"/>
            </a:solidFill>
            <a:ln w="10815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668269" y="2665353"/>
            <a:ext cx="675322" cy="379094"/>
            <a:chOff x="2668269" y="2660591"/>
            <a:chExt cx="675322" cy="379094"/>
          </a:xfrm>
        </p:grpSpPr>
        <p:sp>
          <p:nvSpPr>
            <p:cNvPr id="13" name="Rounded Rectangle 12"/>
            <p:cNvSpPr/>
            <p:nvPr/>
          </p:nvSpPr>
          <p:spPr>
            <a:xfrm>
              <a:off x="2668269" y="2660591"/>
              <a:ext cx="659129" cy="346138"/>
            </a:xfrm>
            <a:custGeom>
              <a:avLst/>
              <a:gdLst/>
              <a:ahLst/>
              <a:cxnLst/>
              <a:rect l="0" t="0" r="0" b="0"/>
              <a:pathLst>
                <a:path w="659129" h="346138">
                  <a:moveTo>
                    <a:pt x="0" y="0"/>
                  </a:moveTo>
                  <a:lnTo>
                    <a:pt x="0" y="201930"/>
                  </a:lnTo>
                  <a:cubicBezTo>
                    <a:pt x="0" y="281558"/>
                    <a:pt x="64579" y="346138"/>
                    <a:pt x="144208" y="346138"/>
                  </a:cubicBezTo>
                  <a:lnTo>
                    <a:pt x="659129" y="346138"/>
                  </a:lnTo>
                </a:path>
              </a:pathLst>
            </a:custGeom>
            <a:noFill/>
            <a:ln w="10815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285489" y="2973963"/>
              <a:ext cx="58102" cy="65722"/>
            </a:xfrm>
            <a:custGeom>
              <a:avLst/>
              <a:gdLst/>
              <a:ahLst/>
              <a:cxnLst/>
              <a:rect l="0" t="0" r="0" b="0"/>
              <a:pathLst>
                <a:path w="58102" h="65722">
                  <a:moveTo>
                    <a:pt x="58102" y="32384"/>
                  </a:moveTo>
                  <a:lnTo>
                    <a:pt x="0" y="65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5E9"/>
            </a:solidFill>
            <a:ln w="10815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004666" y="2665353"/>
            <a:ext cx="675322" cy="379094"/>
            <a:chOff x="5004666" y="2660591"/>
            <a:chExt cx="675322" cy="379094"/>
          </a:xfrm>
        </p:grpSpPr>
        <p:sp>
          <p:nvSpPr>
            <p:cNvPr id="16" name="Rounded Rectangle 15"/>
            <p:cNvSpPr/>
            <p:nvPr/>
          </p:nvSpPr>
          <p:spPr>
            <a:xfrm>
              <a:off x="5004666" y="2660591"/>
              <a:ext cx="659129" cy="346138"/>
            </a:xfrm>
            <a:custGeom>
              <a:avLst/>
              <a:gdLst/>
              <a:ahLst/>
              <a:cxnLst/>
              <a:rect l="0" t="0" r="0" b="0"/>
              <a:pathLst>
                <a:path w="659129" h="346138">
                  <a:moveTo>
                    <a:pt x="0" y="0"/>
                  </a:moveTo>
                  <a:lnTo>
                    <a:pt x="0" y="201930"/>
                  </a:lnTo>
                  <a:cubicBezTo>
                    <a:pt x="0" y="281558"/>
                    <a:pt x="64579" y="346138"/>
                    <a:pt x="144208" y="346138"/>
                  </a:cubicBezTo>
                  <a:lnTo>
                    <a:pt x="659129" y="346138"/>
                  </a:lnTo>
                </a:path>
              </a:pathLst>
            </a:custGeom>
            <a:noFill/>
            <a:ln w="10815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621886" y="2973963"/>
              <a:ext cx="58102" cy="65722"/>
            </a:xfrm>
            <a:custGeom>
              <a:avLst/>
              <a:gdLst/>
              <a:ahLst/>
              <a:cxnLst/>
              <a:rect l="0" t="0" r="0" b="0"/>
              <a:pathLst>
                <a:path w="58102" h="65722">
                  <a:moveTo>
                    <a:pt x="58102" y="32384"/>
                  </a:moveTo>
                  <a:lnTo>
                    <a:pt x="0" y="65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5E9"/>
            </a:solidFill>
            <a:ln w="10815">
              <a:solidFill>
                <a:srgbClr val="68D5E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5848365" y="2506711"/>
            <a:ext cx="917612" cy="937443"/>
          </a:xfrm>
          <a:custGeom>
            <a:avLst/>
            <a:gdLst/>
            <a:ahLst/>
            <a:cxnLst/>
            <a:rect l="0" t="0" r="0" b="0"/>
            <a:pathLst>
              <a:path w="917612" h="937443">
                <a:moveTo>
                  <a:pt x="537227" y="14422"/>
                </a:moveTo>
                <a:cubicBezTo>
                  <a:pt x="537227" y="6456"/>
                  <a:pt x="543683" y="0"/>
                  <a:pt x="551649" y="0"/>
                </a:cubicBezTo>
                <a:lnTo>
                  <a:pt x="667026" y="0"/>
                </a:lnTo>
                <a:cubicBezTo>
                  <a:pt x="674992" y="0"/>
                  <a:pt x="681449" y="6456"/>
                  <a:pt x="681449" y="14422"/>
                </a:cubicBezTo>
                <a:lnTo>
                  <a:pt x="681449" y="19698"/>
                </a:lnTo>
                <a:cubicBezTo>
                  <a:pt x="681449" y="26261"/>
                  <a:pt x="685892" y="31959"/>
                  <a:pt x="692172" y="33865"/>
                </a:cubicBezTo>
                <a:cubicBezTo>
                  <a:pt x="710506" y="39428"/>
                  <a:pt x="728058" y="46792"/>
                  <a:pt x="744622" y="55748"/>
                </a:cubicBezTo>
                <a:cubicBezTo>
                  <a:pt x="750418" y="58882"/>
                  <a:pt x="757624" y="58007"/>
                  <a:pt x="762284" y="53348"/>
                </a:cubicBezTo>
                <a:lnTo>
                  <a:pt x="766133" y="49499"/>
                </a:lnTo>
                <a:cubicBezTo>
                  <a:pt x="771765" y="43867"/>
                  <a:pt x="780896" y="43867"/>
                  <a:pt x="786529" y="49499"/>
                </a:cubicBezTo>
                <a:lnTo>
                  <a:pt x="868113" y="131083"/>
                </a:lnTo>
                <a:cubicBezTo>
                  <a:pt x="873745" y="136716"/>
                  <a:pt x="873745" y="145847"/>
                  <a:pt x="868113" y="151479"/>
                </a:cubicBezTo>
                <a:lnTo>
                  <a:pt x="863719" y="155874"/>
                </a:lnTo>
                <a:cubicBezTo>
                  <a:pt x="859095" y="160498"/>
                  <a:pt x="858195" y="167637"/>
                  <a:pt x="861254" y="173416"/>
                </a:cubicBezTo>
                <a:cubicBezTo>
                  <a:pt x="869947" y="189840"/>
                  <a:pt x="877080" y="207216"/>
                  <a:pt x="882457" y="225347"/>
                </a:cubicBezTo>
                <a:cubicBezTo>
                  <a:pt x="884334" y="231673"/>
                  <a:pt x="890053" y="236163"/>
                  <a:pt x="896651" y="236163"/>
                </a:cubicBezTo>
                <a:lnTo>
                  <a:pt x="903190" y="236163"/>
                </a:lnTo>
                <a:cubicBezTo>
                  <a:pt x="911155" y="236163"/>
                  <a:pt x="917612" y="242620"/>
                  <a:pt x="917612" y="250585"/>
                </a:cubicBezTo>
                <a:lnTo>
                  <a:pt x="917612" y="365963"/>
                </a:lnTo>
                <a:cubicBezTo>
                  <a:pt x="917612" y="373928"/>
                  <a:pt x="911155" y="380385"/>
                  <a:pt x="903190" y="380385"/>
                </a:cubicBezTo>
                <a:lnTo>
                  <a:pt x="895558" y="380385"/>
                </a:lnTo>
                <a:cubicBezTo>
                  <a:pt x="889031" y="380385"/>
                  <a:pt x="883354" y="384782"/>
                  <a:pt x="881419" y="391016"/>
                </a:cubicBezTo>
                <a:cubicBezTo>
                  <a:pt x="875917" y="408743"/>
                  <a:pt x="868730" y="425728"/>
                  <a:pt x="860045" y="441785"/>
                </a:cubicBezTo>
                <a:cubicBezTo>
                  <a:pt x="856906" y="447589"/>
                  <a:pt x="857787" y="454807"/>
                  <a:pt x="862460" y="459466"/>
                </a:cubicBezTo>
                <a:lnTo>
                  <a:pt x="868081" y="465069"/>
                </a:lnTo>
                <a:cubicBezTo>
                  <a:pt x="873728" y="470699"/>
                  <a:pt x="873735" y="479843"/>
                  <a:pt x="868097" y="485481"/>
                </a:cubicBezTo>
                <a:lnTo>
                  <a:pt x="786567" y="567011"/>
                </a:lnTo>
                <a:cubicBezTo>
                  <a:pt x="780920" y="572658"/>
                  <a:pt x="771758" y="572641"/>
                  <a:pt x="766132" y="566972"/>
                </a:cubicBezTo>
                <a:lnTo>
                  <a:pt x="760056" y="560849"/>
                </a:lnTo>
                <a:cubicBezTo>
                  <a:pt x="755434" y="556192"/>
                  <a:pt x="748267" y="555277"/>
                  <a:pt x="742468" y="558348"/>
                </a:cubicBezTo>
                <a:cubicBezTo>
                  <a:pt x="726539" y="566785"/>
                  <a:pt x="709714" y="573754"/>
                  <a:pt x="692172" y="579078"/>
                </a:cubicBezTo>
                <a:cubicBezTo>
                  <a:pt x="685892" y="580984"/>
                  <a:pt x="681449" y="586682"/>
                  <a:pt x="681449" y="593245"/>
                </a:cubicBezTo>
                <a:lnTo>
                  <a:pt x="681449" y="602126"/>
                </a:lnTo>
                <a:cubicBezTo>
                  <a:pt x="681449" y="610092"/>
                  <a:pt x="674992" y="616549"/>
                  <a:pt x="667026" y="616549"/>
                </a:cubicBezTo>
                <a:lnTo>
                  <a:pt x="551649" y="616549"/>
                </a:lnTo>
                <a:cubicBezTo>
                  <a:pt x="543683" y="616549"/>
                  <a:pt x="537227" y="610092"/>
                  <a:pt x="537227" y="602126"/>
                </a:cubicBezTo>
                <a:lnTo>
                  <a:pt x="537227" y="593245"/>
                </a:lnTo>
                <a:cubicBezTo>
                  <a:pt x="537227" y="586682"/>
                  <a:pt x="532783" y="580984"/>
                  <a:pt x="526503" y="579078"/>
                </a:cubicBezTo>
                <a:cubicBezTo>
                  <a:pt x="508976" y="573759"/>
                  <a:pt x="492165" y="566796"/>
                  <a:pt x="476248" y="558369"/>
                </a:cubicBezTo>
                <a:cubicBezTo>
                  <a:pt x="470460" y="555305"/>
                  <a:pt x="463308" y="556211"/>
                  <a:pt x="458685" y="560851"/>
                </a:cubicBezTo>
                <a:lnTo>
                  <a:pt x="452543" y="567014"/>
                </a:lnTo>
                <a:cubicBezTo>
                  <a:pt x="446913" y="572663"/>
                  <a:pt x="437768" y="572671"/>
                  <a:pt x="432129" y="567031"/>
                </a:cubicBezTo>
                <a:lnTo>
                  <a:pt x="350578" y="485481"/>
                </a:lnTo>
                <a:cubicBezTo>
                  <a:pt x="344940" y="479843"/>
                  <a:pt x="344947" y="470698"/>
                  <a:pt x="350594" y="465069"/>
                </a:cubicBezTo>
                <a:lnTo>
                  <a:pt x="356215" y="459466"/>
                </a:lnTo>
                <a:cubicBezTo>
                  <a:pt x="360888" y="454807"/>
                  <a:pt x="361769" y="447589"/>
                  <a:pt x="358630" y="441785"/>
                </a:cubicBezTo>
                <a:cubicBezTo>
                  <a:pt x="349946" y="425728"/>
                  <a:pt x="342758" y="408743"/>
                  <a:pt x="337256" y="391016"/>
                </a:cubicBezTo>
                <a:cubicBezTo>
                  <a:pt x="335321" y="384782"/>
                  <a:pt x="329644" y="380385"/>
                  <a:pt x="323117" y="380385"/>
                </a:cubicBezTo>
                <a:lnTo>
                  <a:pt x="315485" y="380385"/>
                </a:lnTo>
                <a:cubicBezTo>
                  <a:pt x="307520" y="380385"/>
                  <a:pt x="301063" y="373928"/>
                  <a:pt x="301063" y="365963"/>
                </a:cubicBezTo>
                <a:lnTo>
                  <a:pt x="301063" y="250585"/>
                </a:lnTo>
                <a:cubicBezTo>
                  <a:pt x="301063" y="242620"/>
                  <a:pt x="307520" y="236163"/>
                  <a:pt x="315485" y="236163"/>
                </a:cubicBezTo>
                <a:lnTo>
                  <a:pt x="322295" y="236163"/>
                </a:lnTo>
                <a:cubicBezTo>
                  <a:pt x="328893" y="236163"/>
                  <a:pt x="334614" y="231673"/>
                  <a:pt x="336475" y="225344"/>
                </a:cubicBezTo>
                <a:cubicBezTo>
                  <a:pt x="341804" y="207216"/>
                  <a:pt x="348790" y="189843"/>
                  <a:pt x="357433" y="173422"/>
                </a:cubicBezTo>
                <a:cubicBezTo>
                  <a:pt x="360479" y="167635"/>
                  <a:pt x="359581" y="160497"/>
                  <a:pt x="354957" y="155873"/>
                </a:cubicBezTo>
                <a:lnTo>
                  <a:pt x="350563" y="151479"/>
                </a:lnTo>
                <a:cubicBezTo>
                  <a:pt x="344931" y="145847"/>
                  <a:pt x="344931" y="136716"/>
                  <a:pt x="350563" y="131084"/>
                </a:cubicBezTo>
                <a:lnTo>
                  <a:pt x="432147" y="49499"/>
                </a:lnTo>
                <a:cubicBezTo>
                  <a:pt x="437780" y="43867"/>
                  <a:pt x="446911" y="43867"/>
                  <a:pt x="452544" y="49499"/>
                </a:cubicBezTo>
                <a:lnTo>
                  <a:pt x="456392" y="53348"/>
                </a:lnTo>
                <a:cubicBezTo>
                  <a:pt x="461051" y="58007"/>
                  <a:pt x="468257" y="58881"/>
                  <a:pt x="474054" y="55747"/>
                </a:cubicBezTo>
                <a:cubicBezTo>
                  <a:pt x="490618" y="46791"/>
                  <a:pt x="508169" y="39428"/>
                  <a:pt x="526503" y="33865"/>
                </a:cubicBezTo>
                <a:cubicBezTo>
                  <a:pt x="532783" y="31959"/>
                  <a:pt x="537227" y="26261"/>
                  <a:pt x="537227" y="19698"/>
                </a:cubicBezTo>
                <a:lnTo>
                  <a:pt x="537227" y="14422"/>
                </a:lnTo>
                <a:close/>
                <a:moveTo>
                  <a:pt x="609338" y="461510"/>
                </a:moveTo>
                <a:cubicBezTo>
                  <a:pt x="694963" y="461510"/>
                  <a:pt x="764376" y="392097"/>
                  <a:pt x="764376" y="306471"/>
                </a:cubicBezTo>
                <a:cubicBezTo>
                  <a:pt x="764376" y="220846"/>
                  <a:pt x="694963" y="151433"/>
                  <a:pt x="609338" y="151433"/>
                </a:cubicBezTo>
                <a:cubicBezTo>
                  <a:pt x="523712" y="151433"/>
                  <a:pt x="454299" y="220846"/>
                  <a:pt x="454299" y="306471"/>
                </a:cubicBezTo>
                <a:cubicBezTo>
                  <a:pt x="454299" y="392097"/>
                  <a:pt x="523712" y="461510"/>
                  <a:pt x="609338" y="461510"/>
                </a:cubicBezTo>
                <a:close/>
                <a:moveTo>
                  <a:pt x="185211" y="557152"/>
                </a:moveTo>
                <a:cubicBezTo>
                  <a:pt x="185211" y="552121"/>
                  <a:pt x="189289" y="548043"/>
                  <a:pt x="194320" y="548043"/>
                </a:cubicBezTo>
                <a:lnTo>
                  <a:pt x="267190" y="548043"/>
                </a:lnTo>
                <a:cubicBezTo>
                  <a:pt x="272221" y="548043"/>
                  <a:pt x="276299" y="552121"/>
                  <a:pt x="276299" y="557152"/>
                </a:cubicBezTo>
                <a:lnTo>
                  <a:pt x="276299" y="560485"/>
                </a:lnTo>
                <a:cubicBezTo>
                  <a:pt x="276299" y="564629"/>
                  <a:pt x="279105" y="568228"/>
                  <a:pt x="283071" y="569432"/>
                </a:cubicBezTo>
                <a:cubicBezTo>
                  <a:pt x="294651" y="572946"/>
                  <a:pt x="305737" y="577596"/>
                  <a:pt x="316198" y="583253"/>
                </a:cubicBezTo>
                <a:cubicBezTo>
                  <a:pt x="319858" y="585232"/>
                  <a:pt x="324410" y="584680"/>
                  <a:pt x="327352" y="581737"/>
                </a:cubicBezTo>
                <a:lnTo>
                  <a:pt x="329783" y="579306"/>
                </a:lnTo>
                <a:cubicBezTo>
                  <a:pt x="333341" y="575749"/>
                  <a:pt x="339108" y="575749"/>
                  <a:pt x="342665" y="579306"/>
                </a:cubicBezTo>
                <a:lnTo>
                  <a:pt x="394191" y="630833"/>
                </a:lnTo>
                <a:cubicBezTo>
                  <a:pt x="397749" y="634390"/>
                  <a:pt x="397749" y="640157"/>
                  <a:pt x="394192" y="643714"/>
                </a:cubicBezTo>
                <a:lnTo>
                  <a:pt x="391417" y="646490"/>
                </a:lnTo>
                <a:cubicBezTo>
                  <a:pt x="388496" y="649410"/>
                  <a:pt x="387928" y="653920"/>
                  <a:pt x="389860" y="657570"/>
                </a:cubicBezTo>
                <a:cubicBezTo>
                  <a:pt x="395350" y="667942"/>
                  <a:pt x="399855" y="678917"/>
                  <a:pt x="403252" y="690368"/>
                </a:cubicBezTo>
                <a:cubicBezTo>
                  <a:pt x="404436" y="694363"/>
                  <a:pt x="408048" y="697199"/>
                  <a:pt x="412216" y="697199"/>
                </a:cubicBezTo>
                <a:lnTo>
                  <a:pt x="416345" y="697199"/>
                </a:lnTo>
                <a:cubicBezTo>
                  <a:pt x="421377" y="697199"/>
                  <a:pt x="425454" y="701277"/>
                  <a:pt x="425454" y="706308"/>
                </a:cubicBezTo>
                <a:lnTo>
                  <a:pt x="425454" y="779178"/>
                </a:lnTo>
                <a:cubicBezTo>
                  <a:pt x="425454" y="784208"/>
                  <a:pt x="421377" y="788287"/>
                  <a:pt x="416345" y="788287"/>
                </a:cubicBezTo>
                <a:lnTo>
                  <a:pt x="411526" y="788287"/>
                </a:lnTo>
                <a:cubicBezTo>
                  <a:pt x="407403" y="788287"/>
                  <a:pt x="403818" y="791064"/>
                  <a:pt x="402596" y="795001"/>
                </a:cubicBezTo>
                <a:cubicBezTo>
                  <a:pt x="399121" y="806197"/>
                  <a:pt x="394582" y="816925"/>
                  <a:pt x="389096" y="827066"/>
                </a:cubicBezTo>
                <a:cubicBezTo>
                  <a:pt x="387114" y="830731"/>
                  <a:pt x="387670" y="835290"/>
                  <a:pt x="390621" y="838232"/>
                </a:cubicBezTo>
                <a:lnTo>
                  <a:pt x="394172" y="841772"/>
                </a:lnTo>
                <a:cubicBezTo>
                  <a:pt x="397739" y="845327"/>
                  <a:pt x="397743" y="851102"/>
                  <a:pt x="394181" y="854663"/>
                </a:cubicBezTo>
                <a:lnTo>
                  <a:pt x="342689" y="906156"/>
                </a:lnTo>
                <a:cubicBezTo>
                  <a:pt x="339122" y="909722"/>
                  <a:pt x="333336" y="909712"/>
                  <a:pt x="329783" y="906131"/>
                </a:cubicBezTo>
                <a:lnTo>
                  <a:pt x="325946" y="902264"/>
                </a:lnTo>
                <a:cubicBezTo>
                  <a:pt x="323026" y="899323"/>
                  <a:pt x="318499" y="898744"/>
                  <a:pt x="314837" y="900684"/>
                </a:cubicBezTo>
                <a:cubicBezTo>
                  <a:pt x="304777" y="906013"/>
                  <a:pt x="294150" y="910415"/>
                  <a:pt x="283071" y="913777"/>
                </a:cubicBezTo>
                <a:cubicBezTo>
                  <a:pt x="279105" y="914981"/>
                  <a:pt x="276299" y="918579"/>
                  <a:pt x="276299" y="922724"/>
                </a:cubicBezTo>
                <a:lnTo>
                  <a:pt x="276299" y="928334"/>
                </a:lnTo>
                <a:cubicBezTo>
                  <a:pt x="276299" y="933365"/>
                  <a:pt x="272221" y="937443"/>
                  <a:pt x="267190" y="937443"/>
                </a:cubicBezTo>
                <a:lnTo>
                  <a:pt x="194320" y="937443"/>
                </a:lnTo>
                <a:cubicBezTo>
                  <a:pt x="189289" y="937443"/>
                  <a:pt x="185211" y="933365"/>
                  <a:pt x="185211" y="928334"/>
                </a:cubicBezTo>
                <a:lnTo>
                  <a:pt x="185211" y="922724"/>
                </a:lnTo>
                <a:cubicBezTo>
                  <a:pt x="185211" y="918579"/>
                  <a:pt x="182404" y="914981"/>
                  <a:pt x="178438" y="913777"/>
                </a:cubicBezTo>
                <a:cubicBezTo>
                  <a:pt x="167368" y="910418"/>
                  <a:pt x="156751" y="906020"/>
                  <a:pt x="146699" y="900698"/>
                </a:cubicBezTo>
                <a:cubicBezTo>
                  <a:pt x="143043" y="898762"/>
                  <a:pt x="138525" y="899335"/>
                  <a:pt x="135606" y="902265"/>
                </a:cubicBezTo>
                <a:lnTo>
                  <a:pt x="131727" y="906157"/>
                </a:lnTo>
                <a:cubicBezTo>
                  <a:pt x="128171" y="909725"/>
                  <a:pt x="122395" y="909730"/>
                  <a:pt x="118833" y="906169"/>
                </a:cubicBezTo>
                <a:lnTo>
                  <a:pt x="67328" y="854663"/>
                </a:lnTo>
                <a:cubicBezTo>
                  <a:pt x="63767" y="851102"/>
                  <a:pt x="63772" y="845327"/>
                  <a:pt x="67338" y="841772"/>
                </a:cubicBezTo>
                <a:lnTo>
                  <a:pt x="70888" y="838232"/>
                </a:lnTo>
                <a:cubicBezTo>
                  <a:pt x="73839" y="835290"/>
                  <a:pt x="74396" y="830731"/>
                  <a:pt x="72413" y="827066"/>
                </a:cubicBezTo>
                <a:cubicBezTo>
                  <a:pt x="66928" y="816925"/>
                  <a:pt x="62388" y="806197"/>
                  <a:pt x="58913" y="795001"/>
                </a:cubicBezTo>
                <a:cubicBezTo>
                  <a:pt x="57692" y="791064"/>
                  <a:pt x="54107" y="788287"/>
                  <a:pt x="49983" y="788287"/>
                </a:cubicBezTo>
                <a:lnTo>
                  <a:pt x="45164" y="788287"/>
                </a:lnTo>
                <a:cubicBezTo>
                  <a:pt x="40133" y="788287"/>
                  <a:pt x="36055" y="784208"/>
                  <a:pt x="36055" y="779178"/>
                </a:cubicBezTo>
                <a:lnTo>
                  <a:pt x="36055" y="706308"/>
                </a:lnTo>
                <a:cubicBezTo>
                  <a:pt x="36055" y="701277"/>
                  <a:pt x="40133" y="697199"/>
                  <a:pt x="45164" y="697199"/>
                </a:cubicBezTo>
                <a:lnTo>
                  <a:pt x="49465" y="697199"/>
                </a:lnTo>
                <a:cubicBezTo>
                  <a:pt x="53632" y="697199"/>
                  <a:pt x="57245" y="694364"/>
                  <a:pt x="58420" y="690366"/>
                </a:cubicBezTo>
                <a:cubicBezTo>
                  <a:pt x="61786" y="678917"/>
                  <a:pt x="66198" y="667944"/>
                  <a:pt x="71657" y="657573"/>
                </a:cubicBezTo>
                <a:cubicBezTo>
                  <a:pt x="73581" y="653919"/>
                  <a:pt x="73013" y="649410"/>
                  <a:pt x="70094" y="646490"/>
                </a:cubicBezTo>
                <a:lnTo>
                  <a:pt x="67318" y="643715"/>
                </a:lnTo>
                <a:cubicBezTo>
                  <a:pt x="63761" y="640158"/>
                  <a:pt x="63761" y="634390"/>
                  <a:pt x="67318" y="630833"/>
                </a:cubicBezTo>
                <a:lnTo>
                  <a:pt x="118845" y="579306"/>
                </a:lnTo>
                <a:cubicBezTo>
                  <a:pt x="122402" y="575749"/>
                  <a:pt x="128170" y="575749"/>
                  <a:pt x="131727" y="579306"/>
                </a:cubicBezTo>
                <a:lnTo>
                  <a:pt x="134158" y="581737"/>
                </a:lnTo>
                <a:cubicBezTo>
                  <a:pt x="137101" y="584679"/>
                  <a:pt x="141651" y="585232"/>
                  <a:pt x="145313" y="583252"/>
                </a:cubicBezTo>
                <a:cubicBezTo>
                  <a:pt x="155774" y="577596"/>
                  <a:pt x="166859" y="572946"/>
                  <a:pt x="178438" y="569432"/>
                </a:cubicBezTo>
                <a:cubicBezTo>
                  <a:pt x="182404" y="568228"/>
                  <a:pt x="185211" y="564629"/>
                  <a:pt x="185211" y="560485"/>
                </a:cubicBezTo>
                <a:lnTo>
                  <a:pt x="185211" y="557152"/>
                </a:lnTo>
                <a:close/>
                <a:moveTo>
                  <a:pt x="230755" y="839524"/>
                </a:moveTo>
                <a:cubicBezTo>
                  <a:pt x="284834" y="839524"/>
                  <a:pt x="328674" y="795683"/>
                  <a:pt x="328674" y="741604"/>
                </a:cubicBezTo>
                <a:cubicBezTo>
                  <a:pt x="328674" y="687525"/>
                  <a:pt x="284834" y="643686"/>
                  <a:pt x="230755" y="643686"/>
                </a:cubicBezTo>
                <a:cubicBezTo>
                  <a:pt x="176676" y="643686"/>
                  <a:pt x="132836" y="687525"/>
                  <a:pt x="132836" y="741604"/>
                </a:cubicBezTo>
                <a:cubicBezTo>
                  <a:pt x="132836" y="795683"/>
                  <a:pt x="176676" y="839524"/>
                  <a:pt x="230755" y="839524"/>
                </a:cubicBezTo>
                <a:close/>
                <a:moveTo>
                  <a:pt x="85626" y="199928"/>
                </a:moveTo>
                <a:cubicBezTo>
                  <a:pt x="85626" y="197041"/>
                  <a:pt x="87967" y="194699"/>
                  <a:pt x="90855" y="194699"/>
                </a:cubicBezTo>
                <a:lnTo>
                  <a:pt x="132688" y="194699"/>
                </a:lnTo>
                <a:cubicBezTo>
                  <a:pt x="135576" y="194699"/>
                  <a:pt x="137917" y="197041"/>
                  <a:pt x="137917" y="199928"/>
                </a:cubicBezTo>
                <a:lnTo>
                  <a:pt x="137917" y="201841"/>
                </a:lnTo>
                <a:cubicBezTo>
                  <a:pt x="137917" y="204221"/>
                  <a:pt x="139528" y="206287"/>
                  <a:pt x="141805" y="206978"/>
                </a:cubicBezTo>
                <a:cubicBezTo>
                  <a:pt x="148453" y="208995"/>
                  <a:pt x="154817" y="211665"/>
                  <a:pt x="160822" y="214912"/>
                </a:cubicBezTo>
                <a:cubicBezTo>
                  <a:pt x="162924" y="216048"/>
                  <a:pt x="165536" y="215731"/>
                  <a:pt x="167226" y="214042"/>
                </a:cubicBezTo>
                <a:lnTo>
                  <a:pt x="168621" y="212646"/>
                </a:lnTo>
                <a:cubicBezTo>
                  <a:pt x="170663" y="210604"/>
                  <a:pt x="173975" y="210604"/>
                  <a:pt x="176016" y="212646"/>
                </a:cubicBezTo>
                <a:lnTo>
                  <a:pt x="205597" y="242227"/>
                </a:lnTo>
                <a:cubicBezTo>
                  <a:pt x="207639" y="244269"/>
                  <a:pt x="207639" y="247580"/>
                  <a:pt x="205597" y="249622"/>
                </a:cubicBezTo>
                <a:lnTo>
                  <a:pt x="204003" y="251215"/>
                </a:lnTo>
                <a:cubicBezTo>
                  <a:pt x="202326" y="252891"/>
                  <a:pt x="202000" y="255480"/>
                  <a:pt x="203110" y="257576"/>
                </a:cubicBezTo>
                <a:cubicBezTo>
                  <a:pt x="206262" y="263531"/>
                  <a:pt x="208848" y="269830"/>
                  <a:pt x="210797" y="276404"/>
                </a:cubicBezTo>
                <a:cubicBezTo>
                  <a:pt x="211478" y="278698"/>
                  <a:pt x="213551" y="280326"/>
                  <a:pt x="215944" y="280326"/>
                </a:cubicBezTo>
                <a:lnTo>
                  <a:pt x="218315" y="280326"/>
                </a:lnTo>
                <a:cubicBezTo>
                  <a:pt x="221202" y="280326"/>
                  <a:pt x="223544" y="282667"/>
                  <a:pt x="223544" y="285555"/>
                </a:cubicBezTo>
                <a:lnTo>
                  <a:pt x="223544" y="327388"/>
                </a:lnTo>
                <a:cubicBezTo>
                  <a:pt x="223544" y="330276"/>
                  <a:pt x="221202" y="332617"/>
                  <a:pt x="218315" y="332617"/>
                </a:cubicBezTo>
                <a:lnTo>
                  <a:pt x="215548" y="332617"/>
                </a:lnTo>
                <a:cubicBezTo>
                  <a:pt x="213181" y="332617"/>
                  <a:pt x="211123" y="334211"/>
                  <a:pt x="210421" y="336472"/>
                </a:cubicBezTo>
                <a:cubicBezTo>
                  <a:pt x="208426" y="342899"/>
                  <a:pt x="205820" y="349057"/>
                  <a:pt x="202671" y="354879"/>
                </a:cubicBezTo>
                <a:cubicBezTo>
                  <a:pt x="201533" y="356983"/>
                  <a:pt x="201853" y="359601"/>
                  <a:pt x="203547" y="361289"/>
                </a:cubicBezTo>
                <a:lnTo>
                  <a:pt x="205585" y="363321"/>
                </a:lnTo>
                <a:cubicBezTo>
                  <a:pt x="207632" y="365362"/>
                  <a:pt x="207635" y="368677"/>
                  <a:pt x="205591" y="370721"/>
                </a:cubicBezTo>
                <a:lnTo>
                  <a:pt x="176030" y="400282"/>
                </a:lnTo>
                <a:cubicBezTo>
                  <a:pt x="173982" y="402330"/>
                  <a:pt x="170661" y="402323"/>
                  <a:pt x="168621" y="400268"/>
                </a:cubicBezTo>
                <a:lnTo>
                  <a:pt x="166418" y="398048"/>
                </a:lnTo>
                <a:cubicBezTo>
                  <a:pt x="164742" y="396360"/>
                  <a:pt x="162143" y="396027"/>
                  <a:pt x="160041" y="397142"/>
                </a:cubicBezTo>
                <a:cubicBezTo>
                  <a:pt x="154266" y="400200"/>
                  <a:pt x="148165" y="402727"/>
                  <a:pt x="141805" y="404658"/>
                </a:cubicBezTo>
                <a:cubicBezTo>
                  <a:pt x="139528" y="405348"/>
                  <a:pt x="137917" y="407414"/>
                  <a:pt x="137917" y="409794"/>
                </a:cubicBezTo>
                <a:lnTo>
                  <a:pt x="137917" y="413015"/>
                </a:lnTo>
                <a:cubicBezTo>
                  <a:pt x="137917" y="415902"/>
                  <a:pt x="135576" y="418243"/>
                  <a:pt x="132688" y="418243"/>
                </a:cubicBezTo>
                <a:lnTo>
                  <a:pt x="90855" y="418243"/>
                </a:lnTo>
                <a:cubicBezTo>
                  <a:pt x="87967" y="418243"/>
                  <a:pt x="85626" y="415902"/>
                  <a:pt x="85626" y="413015"/>
                </a:cubicBezTo>
                <a:lnTo>
                  <a:pt x="85626" y="409794"/>
                </a:lnTo>
                <a:cubicBezTo>
                  <a:pt x="85626" y="407414"/>
                  <a:pt x="84015" y="405348"/>
                  <a:pt x="81738" y="404658"/>
                </a:cubicBezTo>
                <a:cubicBezTo>
                  <a:pt x="75384" y="402729"/>
                  <a:pt x="69288" y="400205"/>
                  <a:pt x="63517" y="397149"/>
                </a:cubicBezTo>
                <a:cubicBezTo>
                  <a:pt x="61418" y="396038"/>
                  <a:pt x="58826" y="396367"/>
                  <a:pt x="57149" y="398049"/>
                </a:cubicBezTo>
                <a:lnTo>
                  <a:pt x="54922" y="400283"/>
                </a:lnTo>
                <a:cubicBezTo>
                  <a:pt x="52881" y="402331"/>
                  <a:pt x="49565" y="402334"/>
                  <a:pt x="47521" y="400290"/>
                </a:cubicBezTo>
                <a:lnTo>
                  <a:pt x="17952" y="370721"/>
                </a:lnTo>
                <a:cubicBezTo>
                  <a:pt x="15908" y="368677"/>
                  <a:pt x="15911" y="365362"/>
                  <a:pt x="17958" y="363321"/>
                </a:cubicBezTo>
                <a:lnTo>
                  <a:pt x="19996" y="361289"/>
                </a:lnTo>
                <a:cubicBezTo>
                  <a:pt x="21690" y="359600"/>
                  <a:pt x="22010" y="356983"/>
                  <a:pt x="20872" y="354879"/>
                </a:cubicBezTo>
                <a:cubicBezTo>
                  <a:pt x="17723" y="349057"/>
                  <a:pt x="15117" y="342899"/>
                  <a:pt x="13122" y="336472"/>
                </a:cubicBezTo>
                <a:cubicBezTo>
                  <a:pt x="12421" y="334211"/>
                  <a:pt x="10363" y="332617"/>
                  <a:pt x="7995" y="332617"/>
                </a:cubicBezTo>
                <a:lnTo>
                  <a:pt x="5228" y="332617"/>
                </a:lnTo>
                <a:cubicBezTo>
                  <a:pt x="2341" y="332617"/>
                  <a:pt x="0" y="330276"/>
                  <a:pt x="0" y="327388"/>
                </a:cubicBezTo>
                <a:lnTo>
                  <a:pt x="0" y="285555"/>
                </a:lnTo>
                <a:cubicBezTo>
                  <a:pt x="0" y="282667"/>
                  <a:pt x="2341" y="280326"/>
                  <a:pt x="5228" y="280326"/>
                </a:cubicBezTo>
                <a:lnTo>
                  <a:pt x="7697" y="280326"/>
                </a:lnTo>
                <a:cubicBezTo>
                  <a:pt x="10090" y="280326"/>
                  <a:pt x="12164" y="278698"/>
                  <a:pt x="12839" y="276402"/>
                </a:cubicBezTo>
                <a:cubicBezTo>
                  <a:pt x="14771" y="269830"/>
                  <a:pt x="17304" y="263531"/>
                  <a:pt x="20438" y="257578"/>
                </a:cubicBezTo>
                <a:cubicBezTo>
                  <a:pt x="21542" y="255479"/>
                  <a:pt x="21217" y="252891"/>
                  <a:pt x="19540" y="251215"/>
                </a:cubicBezTo>
                <a:lnTo>
                  <a:pt x="17947" y="249622"/>
                </a:lnTo>
                <a:cubicBezTo>
                  <a:pt x="15905" y="247580"/>
                  <a:pt x="15905" y="244269"/>
                  <a:pt x="17947" y="242227"/>
                </a:cubicBezTo>
                <a:lnTo>
                  <a:pt x="47527" y="212646"/>
                </a:lnTo>
                <a:cubicBezTo>
                  <a:pt x="49569" y="210604"/>
                  <a:pt x="52880" y="210604"/>
                  <a:pt x="54922" y="212646"/>
                </a:cubicBezTo>
                <a:lnTo>
                  <a:pt x="56317" y="214042"/>
                </a:lnTo>
                <a:cubicBezTo>
                  <a:pt x="58007" y="215731"/>
                  <a:pt x="60620" y="216048"/>
                  <a:pt x="62721" y="214912"/>
                </a:cubicBezTo>
                <a:cubicBezTo>
                  <a:pt x="68727" y="211665"/>
                  <a:pt x="75091" y="208995"/>
                  <a:pt x="81738" y="206978"/>
                </a:cubicBezTo>
                <a:cubicBezTo>
                  <a:pt x="84015" y="206287"/>
                  <a:pt x="85626" y="204221"/>
                  <a:pt x="85626" y="201841"/>
                </a:cubicBezTo>
                <a:lnTo>
                  <a:pt x="85626" y="199928"/>
                </a:lnTo>
                <a:close/>
                <a:moveTo>
                  <a:pt x="111772" y="362031"/>
                </a:moveTo>
                <a:cubicBezTo>
                  <a:pt x="142817" y="362031"/>
                  <a:pt x="167984" y="336863"/>
                  <a:pt x="167984" y="305818"/>
                </a:cubicBezTo>
                <a:cubicBezTo>
                  <a:pt x="167984" y="274772"/>
                  <a:pt x="142817" y="249605"/>
                  <a:pt x="111772" y="249605"/>
                </a:cubicBezTo>
                <a:cubicBezTo>
                  <a:pt x="80726" y="249605"/>
                  <a:pt x="55559" y="274772"/>
                  <a:pt x="55559" y="305818"/>
                </a:cubicBezTo>
                <a:cubicBezTo>
                  <a:pt x="55559" y="336863"/>
                  <a:pt x="80726" y="362031"/>
                  <a:pt x="111772" y="362031"/>
                </a:cubicBezTo>
                <a:close/>
              </a:path>
            </a:pathLst>
          </a:custGeom>
          <a:noFill/>
          <a:ln w="10815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4" name="Group 23"/>
          <p:cNvGrpSpPr/>
          <p:nvPr/>
        </p:nvGrpSpPr>
        <p:grpSpPr>
          <a:xfrm>
            <a:off x="4629688" y="1735121"/>
            <a:ext cx="923021" cy="843698"/>
            <a:chOff x="4629688" y="1730359"/>
            <a:chExt cx="923021" cy="843698"/>
          </a:xfrm>
        </p:grpSpPr>
        <p:sp>
          <p:nvSpPr>
            <p:cNvPr id="20" name="Rounded Rectangle 19"/>
            <p:cNvSpPr/>
            <p:nvPr/>
          </p:nvSpPr>
          <p:spPr>
            <a:xfrm>
              <a:off x="5408487" y="1730359"/>
              <a:ext cx="144222" cy="843698"/>
            </a:xfrm>
            <a:custGeom>
              <a:avLst/>
              <a:gdLst/>
              <a:ahLst/>
              <a:cxnLst/>
              <a:rect l="0" t="0" r="0" b="0"/>
              <a:pathLst>
                <a:path w="144222" h="843698">
                  <a:moveTo>
                    <a:pt x="0" y="0"/>
                  </a:moveTo>
                  <a:lnTo>
                    <a:pt x="144222" y="0"/>
                  </a:lnTo>
                  <a:lnTo>
                    <a:pt x="144222" y="64899"/>
                  </a:lnTo>
                  <a:lnTo>
                    <a:pt x="115377" y="64899"/>
                  </a:lnTo>
                  <a:lnTo>
                    <a:pt x="115377" y="800432"/>
                  </a:lnTo>
                  <a:cubicBezTo>
                    <a:pt x="115377" y="824327"/>
                    <a:pt x="96006" y="843698"/>
                    <a:pt x="72111" y="843698"/>
                  </a:cubicBezTo>
                  <a:cubicBezTo>
                    <a:pt x="48215" y="843698"/>
                    <a:pt x="28844" y="824327"/>
                    <a:pt x="28844" y="800432"/>
                  </a:cubicBezTo>
                  <a:lnTo>
                    <a:pt x="28844" y="64899"/>
                  </a:lnTo>
                  <a:lnTo>
                    <a:pt x="0" y="64899"/>
                  </a:lnTo>
                  <a:close/>
                  <a:moveTo>
                    <a:pt x="28844" y="64899"/>
                  </a:moveTo>
                  <a:lnTo>
                    <a:pt x="115377" y="64899"/>
                  </a:lnTo>
                </a:path>
              </a:pathLst>
            </a:custGeom>
            <a:noFill/>
            <a:ln w="10815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629688" y="1730359"/>
              <a:ext cx="692265" cy="843698"/>
            </a:xfrm>
            <a:custGeom>
              <a:avLst/>
              <a:gdLst/>
              <a:ahLst/>
              <a:cxnLst/>
              <a:rect l="0" t="0" r="0" b="0"/>
              <a:pathLst>
                <a:path w="692265" h="843698">
                  <a:moveTo>
                    <a:pt x="302866" y="64899"/>
                  </a:moveTo>
                  <a:lnTo>
                    <a:pt x="266810" y="64899"/>
                  </a:lnTo>
                  <a:lnTo>
                    <a:pt x="266810" y="0"/>
                  </a:lnTo>
                  <a:lnTo>
                    <a:pt x="425454" y="0"/>
                  </a:lnTo>
                  <a:lnTo>
                    <a:pt x="425454" y="64899"/>
                  </a:lnTo>
                  <a:lnTo>
                    <a:pt x="389399" y="64899"/>
                  </a:lnTo>
                  <a:moveTo>
                    <a:pt x="302866" y="64899"/>
                  </a:moveTo>
                  <a:lnTo>
                    <a:pt x="302866" y="154111"/>
                  </a:lnTo>
                  <a:cubicBezTo>
                    <a:pt x="132122" y="175402"/>
                    <a:pt x="0" y="321054"/>
                    <a:pt x="0" y="497565"/>
                  </a:cubicBezTo>
                  <a:cubicBezTo>
                    <a:pt x="0" y="688730"/>
                    <a:pt x="154968" y="843698"/>
                    <a:pt x="346132" y="843698"/>
                  </a:cubicBezTo>
                  <a:cubicBezTo>
                    <a:pt x="537297" y="843698"/>
                    <a:pt x="692265" y="688730"/>
                    <a:pt x="692265" y="497565"/>
                  </a:cubicBezTo>
                  <a:cubicBezTo>
                    <a:pt x="692265" y="321054"/>
                    <a:pt x="560143" y="175402"/>
                    <a:pt x="389399" y="154111"/>
                  </a:cubicBezTo>
                  <a:lnTo>
                    <a:pt x="389399" y="64899"/>
                  </a:lnTo>
                  <a:moveTo>
                    <a:pt x="389399" y="64899"/>
                  </a:moveTo>
                  <a:lnTo>
                    <a:pt x="302866" y="64899"/>
                  </a:lnTo>
                </a:path>
              </a:pathLst>
            </a:custGeom>
            <a:noFill/>
            <a:ln w="10815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437332" y="1968325"/>
              <a:ext cx="86533" cy="605732"/>
            </a:xfrm>
            <a:custGeom>
              <a:avLst/>
              <a:gdLst/>
              <a:ahLst/>
              <a:cxnLst/>
              <a:rect l="0" t="0" r="0" b="0"/>
              <a:pathLst>
                <a:path w="86533" h="605732">
                  <a:moveTo>
                    <a:pt x="86533" y="0"/>
                  </a:moveTo>
                  <a:lnTo>
                    <a:pt x="0" y="0"/>
                  </a:lnTo>
                  <a:lnTo>
                    <a:pt x="0" y="173066"/>
                  </a:lnTo>
                  <a:lnTo>
                    <a:pt x="0" y="562465"/>
                  </a:lnTo>
                  <a:cubicBezTo>
                    <a:pt x="0" y="586361"/>
                    <a:pt x="19371" y="605732"/>
                    <a:pt x="43266" y="605732"/>
                  </a:cubicBezTo>
                  <a:cubicBezTo>
                    <a:pt x="67162" y="605732"/>
                    <a:pt x="86533" y="586361"/>
                    <a:pt x="86533" y="562465"/>
                  </a:cubicBezTo>
                  <a:close/>
                  <a:moveTo>
                    <a:pt x="25238" y="173066"/>
                  </a:moveTo>
                  <a:lnTo>
                    <a:pt x="0" y="173066"/>
                  </a:lnTo>
                  <a:moveTo>
                    <a:pt x="25238" y="223544"/>
                  </a:moveTo>
                  <a:lnTo>
                    <a:pt x="0" y="223544"/>
                  </a:lnTo>
                  <a:moveTo>
                    <a:pt x="25238" y="270416"/>
                  </a:moveTo>
                  <a:lnTo>
                    <a:pt x="0" y="270416"/>
                  </a:lnTo>
                  <a:moveTo>
                    <a:pt x="25238" y="317288"/>
                  </a:moveTo>
                  <a:lnTo>
                    <a:pt x="0" y="317288"/>
                  </a:lnTo>
                  <a:moveTo>
                    <a:pt x="25238" y="360555"/>
                  </a:moveTo>
                  <a:lnTo>
                    <a:pt x="0" y="360555"/>
                  </a:lnTo>
                  <a:moveTo>
                    <a:pt x="25238" y="403821"/>
                  </a:moveTo>
                  <a:lnTo>
                    <a:pt x="0" y="403821"/>
                  </a:lnTo>
                  <a:moveTo>
                    <a:pt x="25238" y="450693"/>
                  </a:moveTo>
                  <a:lnTo>
                    <a:pt x="0" y="450693"/>
                  </a:lnTo>
                  <a:moveTo>
                    <a:pt x="25238" y="493960"/>
                  </a:moveTo>
                  <a:lnTo>
                    <a:pt x="0" y="493960"/>
                  </a:lnTo>
                </a:path>
              </a:pathLst>
            </a:custGeom>
            <a:noFill/>
            <a:ln w="10815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629688" y="2227925"/>
              <a:ext cx="692265" cy="346132"/>
            </a:xfrm>
            <a:custGeom>
              <a:avLst/>
              <a:gdLst/>
              <a:ahLst/>
              <a:cxnLst/>
              <a:rect l="0" t="0" r="0" b="0"/>
              <a:pathLst>
                <a:path w="692265" h="346132">
                  <a:moveTo>
                    <a:pt x="346132" y="346132"/>
                  </a:moveTo>
                  <a:cubicBezTo>
                    <a:pt x="537297" y="346132"/>
                    <a:pt x="692265" y="191164"/>
                    <a:pt x="692265" y="0"/>
                  </a:cubicBezTo>
                  <a:lnTo>
                    <a:pt x="0" y="0"/>
                  </a:lnTo>
                  <a:cubicBezTo>
                    <a:pt x="0" y="191164"/>
                    <a:pt x="154968" y="346132"/>
                    <a:pt x="346132" y="346132"/>
                  </a:cubicBezTo>
                  <a:close/>
                  <a:moveTo>
                    <a:pt x="468721" y="191094"/>
                  </a:moveTo>
                  <a:cubicBezTo>
                    <a:pt x="468721" y="224945"/>
                    <a:pt x="441279" y="252388"/>
                    <a:pt x="407427" y="252388"/>
                  </a:cubicBezTo>
                  <a:cubicBezTo>
                    <a:pt x="373575" y="252388"/>
                    <a:pt x="346132" y="224945"/>
                    <a:pt x="346132" y="191094"/>
                  </a:cubicBezTo>
                  <a:cubicBezTo>
                    <a:pt x="346132" y="157242"/>
                    <a:pt x="373575" y="129799"/>
                    <a:pt x="407427" y="129799"/>
                  </a:cubicBezTo>
                  <a:cubicBezTo>
                    <a:pt x="441279" y="129799"/>
                    <a:pt x="468721" y="157242"/>
                    <a:pt x="468721" y="191094"/>
                  </a:cubicBezTo>
                  <a:close/>
                  <a:moveTo>
                    <a:pt x="569677" y="104560"/>
                  </a:moveTo>
                  <a:cubicBezTo>
                    <a:pt x="569677" y="118500"/>
                    <a:pt x="558377" y="129799"/>
                    <a:pt x="544438" y="129799"/>
                  </a:cubicBezTo>
                  <a:cubicBezTo>
                    <a:pt x="530499" y="129799"/>
                    <a:pt x="519199" y="118500"/>
                    <a:pt x="519199" y="104560"/>
                  </a:cubicBezTo>
                  <a:cubicBezTo>
                    <a:pt x="519199" y="90621"/>
                    <a:pt x="530499" y="79322"/>
                    <a:pt x="544438" y="79322"/>
                  </a:cubicBezTo>
                  <a:cubicBezTo>
                    <a:pt x="558377" y="79322"/>
                    <a:pt x="569677" y="90621"/>
                    <a:pt x="569677" y="104560"/>
                  </a:cubicBezTo>
                  <a:close/>
                </a:path>
              </a:pathLst>
            </a:custGeom>
            <a:noFill/>
            <a:ln w="10815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447068" y="2578823"/>
            <a:ext cx="955470" cy="865332"/>
            <a:chOff x="3447068" y="2574061"/>
            <a:chExt cx="955470" cy="865332"/>
          </a:xfrm>
        </p:grpSpPr>
        <p:sp>
          <p:nvSpPr>
            <p:cNvPr id="25" name="Rounded Rectangle 24"/>
            <p:cNvSpPr/>
            <p:nvPr/>
          </p:nvSpPr>
          <p:spPr>
            <a:xfrm>
              <a:off x="3447068" y="2574061"/>
              <a:ext cx="259599" cy="865332"/>
            </a:xfrm>
            <a:custGeom>
              <a:avLst/>
              <a:gdLst/>
              <a:ahLst/>
              <a:cxnLst/>
              <a:rect l="0" t="0" r="0" b="0"/>
              <a:pathLst>
                <a:path w="259599" h="865332">
                  <a:moveTo>
                    <a:pt x="259599" y="129799"/>
                  </a:moveTo>
                  <a:lnTo>
                    <a:pt x="259599" y="692265"/>
                  </a:lnTo>
                  <a:lnTo>
                    <a:pt x="153640" y="836487"/>
                  </a:lnTo>
                  <a:lnTo>
                    <a:pt x="129799" y="865332"/>
                  </a:lnTo>
                  <a:lnTo>
                    <a:pt x="105959" y="836487"/>
                  </a:lnTo>
                  <a:lnTo>
                    <a:pt x="0" y="692265"/>
                  </a:lnTo>
                  <a:lnTo>
                    <a:pt x="0" y="129799"/>
                  </a:lnTo>
                  <a:cubicBezTo>
                    <a:pt x="0" y="58113"/>
                    <a:pt x="58113" y="0"/>
                    <a:pt x="129799" y="0"/>
                  </a:cubicBezTo>
                  <a:cubicBezTo>
                    <a:pt x="201486" y="0"/>
                    <a:pt x="259599" y="58113"/>
                    <a:pt x="259599" y="129799"/>
                  </a:cubicBezTo>
                  <a:close/>
                  <a:moveTo>
                    <a:pt x="0" y="692265"/>
                  </a:moveTo>
                  <a:lnTo>
                    <a:pt x="259599" y="692265"/>
                  </a:lnTo>
                  <a:moveTo>
                    <a:pt x="105959" y="836487"/>
                  </a:moveTo>
                  <a:lnTo>
                    <a:pt x="153640" y="836487"/>
                  </a:lnTo>
                  <a:moveTo>
                    <a:pt x="129799" y="692265"/>
                  </a:moveTo>
                  <a:lnTo>
                    <a:pt x="129799" y="241571"/>
                  </a:lnTo>
                  <a:moveTo>
                    <a:pt x="129799" y="241571"/>
                  </a:moveTo>
                  <a:lnTo>
                    <a:pt x="259599" y="241571"/>
                  </a:lnTo>
                  <a:moveTo>
                    <a:pt x="0" y="241571"/>
                  </a:moveTo>
                  <a:lnTo>
                    <a:pt x="129799" y="241571"/>
                  </a:lnTo>
                  <a:moveTo>
                    <a:pt x="0" y="180277"/>
                  </a:moveTo>
                  <a:lnTo>
                    <a:pt x="259599" y="180277"/>
                  </a:lnTo>
                </a:path>
              </a:pathLst>
            </a:custGeom>
            <a:noFill/>
            <a:ln w="10815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3879734" y="2574061"/>
              <a:ext cx="522804" cy="865332"/>
            </a:xfrm>
            <a:custGeom>
              <a:avLst/>
              <a:gdLst/>
              <a:ahLst/>
              <a:cxnLst/>
              <a:rect l="0" t="0" r="0" b="0"/>
              <a:pathLst>
                <a:path w="522804" h="865332">
                  <a:moveTo>
                    <a:pt x="0" y="0"/>
                  </a:moveTo>
                  <a:lnTo>
                    <a:pt x="0" y="562465"/>
                  </a:lnTo>
                  <a:lnTo>
                    <a:pt x="0" y="605732"/>
                  </a:lnTo>
                  <a:lnTo>
                    <a:pt x="0" y="648999"/>
                  </a:lnTo>
                  <a:lnTo>
                    <a:pt x="0" y="692265"/>
                  </a:lnTo>
                  <a:lnTo>
                    <a:pt x="0" y="735532"/>
                  </a:lnTo>
                  <a:lnTo>
                    <a:pt x="0" y="778799"/>
                  </a:lnTo>
                  <a:lnTo>
                    <a:pt x="0" y="822065"/>
                  </a:lnTo>
                  <a:lnTo>
                    <a:pt x="0" y="865332"/>
                  </a:lnTo>
                  <a:lnTo>
                    <a:pt x="522804" y="865332"/>
                  </a:lnTo>
                  <a:close/>
                  <a:moveTo>
                    <a:pt x="115377" y="425455"/>
                  </a:moveTo>
                  <a:lnTo>
                    <a:pt x="310077" y="749954"/>
                  </a:lnTo>
                  <a:lnTo>
                    <a:pt x="115377" y="749954"/>
                  </a:lnTo>
                  <a:close/>
                  <a:moveTo>
                    <a:pt x="43266" y="735532"/>
                  </a:moveTo>
                  <a:lnTo>
                    <a:pt x="0" y="735532"/>
                  </a:lnTo>
                  <a:moveTo>
                    <a:pt x="21633" y="692265"/>
                  </a:moveTo>
                  <a:lnTo>
                    <a:pt x="0" y="692265"/>
                  </a:lnTo>
                  <a:moveTo>
                    <a:pt x="21633" y="648999"/>
                  </a:moveTo>
                  <a:lnTo>
                    <a:pt x="0" y="648999"/>
                  </a:lnTo>
                  <a:moveTo>
                    <a:pt x="21633" y="605732"/>
                  </a:moveTo>
                  <a:lnTo>
                    <a:pt x="0" y="605732"/>
                  </a:lnTo>
                  <a:moveTo>
                    <a:pt x="43266" y="562465"/>
                  </a:moveTo>
                  <a:lnTo>
                    <a:pt x="0" y="562465"/>
                  </a:lnTo>
                  <a:moveTo>
                    <a:pt x="21633" y="778799"/>
                  </a:moveTo>
                  <a:lnTo>
                    <a:pt x="0" y="778799"/>
                  </a:lnTo>
                  <a:moveTo>
                    <a:pt x="21633" y="822065"/>
                  </a:moveTo>
                  <a:lnTo>
                    <a:pt x="0" y="822065"/>
                  </a:lnTo>
                  <a:moveTo>
                    <a:pt x="21633" y="519199"/>
                  </a:moveTo>
                  <a:lnTo>
                    <a:pt x="0" y="519199"/>
                  </a:lnTo>
                  <a:moveTo>
                    <a:pt x="21633" y="475932"/>
                  </a:moveTo>
                  <a:lnTo>
                    <a:pt x="0" y="475932"/>
                  </a:lnTo>
                  <a:moveTo>
                    <a:pt x="21633" y="432666"/>
                  </a:moveTo>
                  <a:lnTo>
                    <a:pt x="0" y="432666"/>
                  </a:lnTo>
                  <a:moveTo>
                    <a:pt x="43266" y="389399"/>
                  </a:moveTo>
                  <a:lnTo>
                    <a:pt x="0" y="389399"/>
                  </a:lnTo>
                  <a:moveTo>
                    <a:pt x="21633" y="346132"/>
                  </a:moveTo>
                  <a:lnTo>
                    <a:pt x="0" y="346132"/>
                  </a:lnTo>
                  <a:moveTo>
                    <a:pt x="21633" y="302866"/>
                  </a:moveTo>
                  <a:lnTo>
                    <a:pt x="0" y="302866"/>
                  </a:lnTo>
                  <a:moveTo>
                    <a:pt x="21633" y="259599"/>
                  </a:moveTo>
                  <a:lnTo>
                    <a:pt x="0" y="259599"/>
                  </a:lnTo>
                  <a:moveTo>
                    <a:pt x="43266" y="216333"/>
                  </a:moveTo>
                  <a:lnTo>
                    <a:pt x="0" y="216333"/>
                  </a:lnTo>
                  <a:moveTo>
                    <a:pt x="21633" y="173066"/>
                  </a:moveTo>
                  <a:lnTo>
                    <a:pt x="0" y="173066"/>
                  </a:lnTo>
                  <a:moveTo>
                    <a:pt x="21633" y="129799"/>
                  </a:moveTo>
                  <a:lnTo>
                    <a:pt x="0" y="129799"/>
                  </a:lnTo>
                  <a:moveTo>
                    <a:pt x="21633" y="86533"/>
                  </a:moveTo>
                  <a:lnTo>
                    <a:pt x="0" y="86533"/>
                  </a:lnTo>
                </a:path>
              </a:pathLst>
            </a:custGeom>
            <a:noFill/>
            <a:ln w="10815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2105803" y="1800024"/>
            <a:ext cx="1124931" cy="778798"/>
          </a:xfrm>
          <a:custGeom>
            <a:avLst/>
            <a:gdLst/>
            <a:ahLst/>
            <a:cxnLst/>
            <a:rect l="0" t="0" r="0" b="0"/>
            <a:pathLst>
              <a:path w="1124931" h="778798">
                <a:moveTo>
                  <a:pt x="0" y="749954"/>
                </a:moveTo>
                <a:lnTo>
                  <a:pt x="0" y="721110"/>
                </a:lnTo>
                <a:cubicBezTo>
                  <a:pt x="0" y="705180"/>
                  <a:pt x="12914" y="692265"/>
                  <a:pt x="28844" y="692265"/>
                </a:cubicBezTo>
                <a:lnTo>
                  <a:pt x="86533" y="692265"/>
                </a:lnTo>
                <a:lnTo>
                  <a:pt x="86533" y="28844"/>
                </a:lnTo>
                <a:cubicBezTo>
                  <a:pt x="86533" y="12914"/>
                  <a:pt x="99447" y="0"/>
                  <a:pt x="115377" y="0"/>
                </a:cubicBezTo>
                <a:lnTo>
                  <a:pt x="1009554" y="0"/>
                </a:lnTo>
                <a:cubicBezTo>
                  <a:pt x="1025484" y="0"/>
                  <a:pt x="1038398" y="12914"/>
                  <a:pt x="1038398" y="28844"/>
                </a:cubicBezTo>
                <a:lnTo>
                  <a:pt x="1038398" y="692265"/>
                </a:lnTo>
                <a:lnTo>
                  <a:pt x="1096087" y="692265"/>
                </a:lnTo>
                <a:cubicBezTo>
                  <a:pt x="1112017" y="692265"/>
                  <a:pt x="1124931" y="705180"/>
                  <a:pt x="1124931" y="721110"/>
                </a:cubicBezTo>
                <a:lnTo>
                  <a:pt x="1124931" y="749954"/>
                </a:lnTo>
                <a:cubicBezTo>
                  <a:pt x="1124931" y="765884"/>
                  <a:pt x="1112017" y="778798"/>
                  <a:pt x="1096087" y="778798"/>
                </a:cubicBezTo>
                <a:lnTo>
                  <a:pt x="28844" y="778798"/>
                </a:lnTo>
                <a:cubicBezTo>
                  <a:pt x="12914" y="778798"/>
                  <a:pt x="0" y="765884"/>
                  <a:pt x="0" y="749954"/>
                </a:cubicBezTo>
                <a:close/>
                <a:moveTo>
                  <a:pt x="86533" y="692265"/>
                </a:moveTo>
                <a:lnTo>
                  <a:pt x="1038398" y="692265"/>
                </a:lnTo>
                <a:moveTo>
                  <a:pt x="389132" y="458269"/>
                </a:moveTo>
                <a:cubicBezTo>
                  <a:pt x="389132" y="404705"/>
                  <a:pt x="345607" y="361284"/>
                  <a:pt x="291916" y="361284"/>
                </a:cubicBezTo>
                <a:cubicBezTo>
                  <a:pt x="238225" y="361284"/>
                  <a:pt x="194699" y="404705"/>
                  <a:pt x="194699" y="458269"/>
                </a:cubicBezTo>
                <a:cubicBezTo>
                  <a:pt x="194699" y="511833"/>
                  <a:pt x="238225" y="555254"/>
                  <a:pt x="291916" y="555254"/>
                </a:cubicBezTo>
                <a:cubicBezTo>
                  <a:pt x="345607" y="555254"/>
                  <a:pt x="389132" y="511833"/>
                  <a:pt x="389132" y="458269"/>
                </a:cubicBezTo>
                <a:close/>
                <a:moveTo>
                  <a:pt x="463202" y="458269"/>
                </a:moveTo>
                <a:lnTo>
                  <a:pt x="546530" y="458269"/>
                </a:lnTo>
                <a:cubicBezTo>
                  <a:pt x="597664" y="458269"/>
                  <a:pt x="639117" y="416915"/>
                  <a:pt x="639117" y="365902"/>
                </a:cubicBezTo>
                <a:lnTo>
                  <a:pt x="639117" y="204260"/>
                </a:lnTo>
                <a:moveTo>
                  <a:pt x="639117" y="204260"/>
                </a:moveTo>
                <a:lnTo>
                  <a:pt x="578935" y="250443"/>
                </a:lnTo>
                <a:moveTo>
                  <a:pt x="639117" y="204260"/>
                </a:moveTo>
                <a:lnTo>
                  <a:pt x="694669" y="250443"/>
                </a:lnTo>
                <a:moveTo>
                  <a:pt x="222476" y="144222"/>
                </a:moveTo>
                <a:lnTo>
                  <a:pt x="291916" y="213496"/>
                </a:lnTo>
                <a:moveTo>
                  <a:pt x="291916" y="213496"/>
                </a:moveTo>
                <a:lnTo>
                  <a:pt x="361356" y="282772"/>
                </a:lnTo>
                <a:moveTo>
                  <a:pt x="222476" y="282772"/>
                </a:moveTo>
                <a:lnTo>
                  <a:pt x="291916" y="213496"/>
                </a:lnTo>
                <a:moveTo>
                  <a:pt x="291916" y="213496"/>
                </a:moveTo>
                <a:lnTo>
                  <a:pt x="361356" y="144222"/>
                </a:lnTo>
                <a:moveTo>
                  <a:pt x="805773" y="352047"/>
                </a:moveTo>
                <a:lnTo>
                  <a:pt x="875214" y="421323"/>
                </a:lnTo>
                <a:moveTo>
                  <a:pt x="875214" y="421323"/>
                </a:moveTo>
                <a:lnTo>
                  <a:pt x="944654" y="490597"/>
                </a:lnTo>
                <a:moveTo>
                  <a:pt x="805773" y="490597"/>
                </a:moveTo>
                <a:lnTo>
                  <a:pt x="875214" y="421323"/>
                </a:lnTo>
                <a:moveTo>
                  <a:pt x="875214" y="421323"/>
                </a:moveTo>
                <a:lnTo>
                  <a:pt x="944654" y="352047"/>
                </a:lnTo>
              </a:path>
            </a:pathLst>
          </a:custGeom>
          <a:noFill/>
          <a:ln w="10815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1" name="Group 30"/>
          <p:cNvGrpSpPr/>
          <p:nvPr/>
        </p:nvGrpSpPr>
        <p:grpSpPr>
          <a:xfrm>
            <a:off x="1060193" y="2495892"/>
            <a:ext cx="767982" cy="948259"/>
            <a:chOff x="1060193" y="2491130"/>
            <a:chExt cx="767982" cy="948259"/>
          </a:xfrm>
        </p:grpSpPr>
        <p:sp>
          <p:nvSpPr>
            <p:cNvPr id="29" name="Rounded Rectangle 28"/>
            <p:cNvSpPr/>
            <p:nvPr/>
          </p:nvSpPr>
          <p:spPr>
            <a:xfrm>
              <a:off x="1060193" y="2491130"/>
              <a:ext cx="767982" cy="948259"/>
            </a:xfrm>
            <a:custGeom>
              <a:avLst/>
              <a:gdLst/>
              <a:ahLst/>
              <a:cxnLst/>
              <a:rect l="0" t="0" r="0" b="0"/>
              <a:pathLst>
                <a:path w="767982" h="948259">
                  <a:moveTo>
                    <a:pt x="252388" y="948259"/>
                  </a:moveTo>
                  <a:lnTo>
                    <a:pt x="685054" y="948259"/>
                  </a:lnTo>
                  <a:lnTo>
                    <a:pt x="648999" y="652604"/>
                  </a:lnTo>
                  <a:cubicBezTo>
                    <a:pt x="642990" y="626163"/>
                    <a:pt x="637461" y="561744"/>
                    <a:pt x="663421" y="515593"/>
                  </a:cubicBezTo>
                  <a:cubicBezTo>
                    <a:pt x="695871" y="457904"/>
                    <a:pt x="767982" y="313682"/>
                    <a:pt x="685054" y="173066"/>
                  </a:cubicBezTo>
                  <a:cubicBezTo>
                    <a:pt x="602126" y="32449"/>
                    <a:pt x="450693" y="0"/>
                    <a:pt x="342527" y="14422"/>
                  </a:cubicBezTo>
                  <a:cubicBezTo>
                    <a:pt x="234360" y="28844"/>
                    <a:pt x="133405" y="79322"/>
                    <a:pt x="82927" y="237967"/>
                  </a:cubicBezTo>
                  <a:cubicBezTo>
                    <a:pt x="72111" y="295655"/>
                    <a:pt x="79322" y="356950"/>
                    <a:pt x="64899" y="385794"/>
                  </a:cubicBezTo>
                  <a:cubicBezTo>
                    <a:pt x="53362" y="408870"/>
                    <a:pt x="16825" y="496364"/>
                    <a:pt x="0" y="537227"/>
                  </a:cubicBezTo>
                  <a:lnTo>
                    <a:pt x="64899" y="537227"/>
                  </a:lnTo>
                  <a:lnTo>
                    <a:pt x="64899" y="659816"/>
                  </a:lnTo>
                  <a:cubicBezTo>
                    <a:pt x="64899" y="677844"/>
                    <a:pt x="79322" y="713899"/>
                    <a:pt x="137010" y="713899"/>
                  </a:cubicBezTo>
                  <a:cubicBezTo>
                    <a:pt x="194699" y="713899"/>
                    <a:pt x="235562" y="713899"/>
                    <a:pt x="252388" y="713899"/>
                  </a:cubicBezTo>
                  <a:lnTo>
                    <a:pt x="252388" y="948259"/>
                  </a:lnTo>
                  <a:close/>
                </a:path>
              </a:pathLst>
            </a:custGeom>
            <a:noFill/>
            <a:ln w="10815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301765" y="2606508"/>
              <a:ext cx="409041" cy="555254"/>
            </a:xfrm>
            <a:custGeom>
              <a:avLst/>
              <a:gdLst/>
              <a:ahLst/>
              <a:cxnLst/>
              <a:rect l="0" t="0" r="0" b="0"/>
              <a:pathLst>
                <a:path w="409041" h="555254">
                  <a:moveTo>
                    <a:pt x="122588" y="508382"/>
                  </a:moveTo>
                  <a:lnTo>
                    <a:pt x="122588" y="400216"/>
                  </a:lnTo>
                  <a:cubicBezTo>
                    <a:pt x="122588" y="378582"/>
                    <a:pt x="126618" y="349738"/>
                    <a:pt x="75716" y="292049"/>
                  </a:cubicBezTo>
                  <a:cubicBezTo>
                    <a:pt x="24814" y="234360"/>
                    <a:pt x="0" y="97349"/>
                    <a:pt x="93744" y="36055"/>
                  </a:cubicBezTo>
                  <a:cubicBezTo>
                    <a:pt x="121315" y="18027"/>
                    <a:pt x="157373" y="0"/>
                    <a:pt x="203524" y="0"/>
                  </a:cubicBezTo>
                  <a:cubicBezTo>
                    <a:pt x="249675" y="0"/>
                    <a:pt x="287725" y="18027"/>
                    <a:pt x="315296" y="36055"/>
                  </a:cubicBezTo>
                  <a:cubicBezTo>
                    <a:pt x="409041" y="97349"/>
                    <a:pt x="384226" y="234360"/>
                    <a:pt x="333324" y="292049"/>
                  </a:cubicBezTo>
                  <a:cubicBezTo>
                    <a:pt x="282422" y="349738"/>
                    <a:pt x="286452" y="378582"/>
                    <a:pt x="286452" y="400216"/>
                  </a:cubicBezTo>
                  <a:lnTo>
                    <a:pt x="286452" y="508382"/>
                  </a:lnTo>
                  <a:lnTo>
                    <a:pt x="263205" y="508382"/>
                  </a:lnTo>
                  <a:lnTo>
                    <a:pt x="263205" y="533621"/>
                  </a:lnTo>
                  <a:cubicBezTo>
                    <a:pt x="263205" y="545569"/>
                    <a:pt x="253519" y="555254"/>
                    <a:pt x="241571" y="555254"/>
                  </a:cubicBezTo>
                  <a:lnTo>
                    <a:pt x="169460" y="555254"/>
                  </a:lnTo>
                  <a:cubicBezTo>
                    <a:pt x="157512" y="555254"/>
                    <a:pt x="147827" y="545569"/>
                    <a:pt x="147827" y="533621"/>
                  </a:cubicBezTo>
                  <a:lnTo>
                    <a:pt x="147827" y="508382"/>
                  </a:lnTo>
                  <a:lnTo>
                    <a:pt x="122588" y="508382"/>
                  </a:lnTo>
                  <a:close/>
                  <a:moveTo>
                    <a:pt x="137010" y="180277"/>
                  </a:moveTo>
                  <a:cubicBezTo>
                    <a:pt x="174508" y="232197"/>
                    <a:pt x="179075" y="348536"/>
                    <a:pt x="176671" y="400216"/>
                  </a:cubicBezTo>
                  <a:lnTo>
                    <a:pt x="230755" y="400216"/>
                  </a:lnTo>
                  <a:cubicBezTo>
                    <a:pt x="230755" y="302145"/>
                    <a:pt x="241571" y="230755"/>
                    <a:pt x="270416" y="180277"/>
                  </a:cubicBezTo>
                  <a:lnTo>
                    <a:pt x="137010" y="180277"/>
                  </a:lnTo>
                  <a:close/>
                  <a:moveTo>
                    <a:pt x="122588" y="400216"/>
                  </a:moveTo>
                  <a:lnTo>
                    <a:pt x="176671" y="400216"/>
                  </a:lnTo>
                  <a:moveTo>
                    <a:pt x="147827" y="508382"/>
                  </a:moveTo>
                  <a:lnTo>
                    <a:pt x="263205" y="508382"/>
                  </a:lnTo>
                  <a:moveTo>
                    <a:pt x="122588" y="454299"/>
                  </a:moveTo>
                  <a:lnTo>
                    <a:pt x="284838" y="454299"/>
                  </a:lnTo>
                  <a:moveTo>
                    <a:pt x="230755" y="400216"/>
                  </a:moveTo>
                  <a:lnTo>
                    <a:pt x="284838" y="400216"/>
                  </a:lnTo>
                </a:path>
              </a:pathLst>
            </a:custGeom>
            <a:noFill/>
            <a:ln w="10815">
              <a:solidFill>
                <a:srgbClr val="008EA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439589" y="376236"/>
            <a:ext cx="6264821" cy="3600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1">
                <a:solidFill>
                  <a:srgbClr val="68D5E9"/>
                </a:solidFill>
                <a:latin typeface="Montserrat"/>
              </a:rPr>
              <a:t>Modern UI/UX &amp; Deployment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1074927" y="3980678"/>
            <a:ext cx="763752" cy="311495"/>
            <a:chOff x="1074927" y="3975916"/>
            <a:chExt cx="763752" cy="311495"/>
          </a:xfrm>
        </p:grpSpPr>
        <p:sp>
          <p:nvSpPr>
            <p:cNvPr id="33" name="TextBox 32"/>
            <p:cNvSpPr txBox="1"/>
            <p:nvPr/>
          </p:nvSpPr>
          <p:spPr>
            <a:xfrm>
              <a:off x="1017646" y="3975916"/>
              <a:ext cx="878314" cy="155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68D5E9"/>
                  </a:solidFill>
                  <a:latin typeface="Montserrat"/>
                </a:rPr>
                <a:t>Traditional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17646" y="4131649"/>
              <a:ext cx="878314" cy="1557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68D5E9"/>
                  </a:solidFill>
                  <a:latin typeface="Montserrat"/>
                </a:rPr>
                <a:t>Web App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2262666" y="3980678"/>
            <a:ext cx="811215" cy="311495"/>
            <a:chOff x="2262666" y="3975916"/>
            <a:chExt cx="811215" cy="311495"/>
          </a:xfrm>
        </p:grpSpPr>
        <p:sp>
          <p:nvSpPr>
            <p:cNvPr id="36" name="TextBox 35"/>
            <p:cNvSpPr txBox="1"/>
            <p:nvPr/>
          </p:nvSpPr>
          <p:spPr>
            <a:xfrm>
              <a:off x="2201825" y="3975916"/>
              <a:ext cx="932897" cy="155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68D5E9"/>
                  </a:solidFill>
                  <a:latin typeface="Montserrat"/>
                </a:rPr>
                <a:t>Responsive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201825" y="4131649"/>
              <a:ext cx="932897" cy="1557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68D5E9"/>
                  </a:solidFill>
                  <a:latin typeface="Montserrat"/>
                </a:rPr>
                <a:t>Design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388568" y="3963458"/>
            <a:ext cx="982341" cy="467228"/>
            <a:chOff x="3388568" y="3958696"/>
            <a:chExt cx="982341" cy="467228"/>
          </a:xfrm>
        </p:grpSpPr>
        <p:sp>
          <p:nvSpPr>
            <p:cNvPr id="39" name="TextBox 38"/>
            <p:cNvSpPr txBox="1"/>
            <p:nvPr/>
          </p:nvSpPr>
          <p:spPr>
            <a:xfrm>
              <a:off x="3314893" y="3958696"/>
              <a:ext cx="1129692" cy="155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68D5E9"/>
                  </a:solidFill>
                  <a:latin typeface="Montserrat"/>
                </a:rPr>
                <a:t>Dark Theme &amp;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314893" y="4114429"/>
              <a:ext cx="1129692" cy="155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68D5E9"/>
                  </a:solidFill>
                  <a:latin typeface="Montserrat"/>
                </a:rPr>
                <a:t>Glassmor-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314893" y="4270163"/>
              <a:ext cx="1129692" cy="1557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68D5E9"/>
                  </a:solidFill>
                  <a:latin typeface="Montserrat"/>
                </a:rPr>
                <a:t>phism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4683529" y="3963458"/>
            <a:ext cx="815340" cy="467228"/>
            <a:chOff x="4683529" y="3958696"/>
            <a:chExt cx="815340" cy="467228"/>
          </a:xfrm>
        </p:grpSpPr>
        <p:sp>
          <p:nvSpPr>
            <p:cNvPr id="43" name="TextBox 42"/>
            <p:cNvSpPr txBox="1"/>
            <p:nvPr/>
          </p:nvSpPr>
          <p:spPr>
            <a:xfrm>
              <a:off x="4622379" y="3958696"/>
              <a:ext cx="937641" cy="155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68D5E9"/>
                  </a:solidFill>
                  <a:latin typeface="Montserrat"/>
                </a:rPr>
                <a:t>Framer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622379" y="4114429"/>
              <a:ext cx="937641" cy="155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68D5E9"/>
                  </a:solidFill>
                  <a:latin typeface="Montserrat"/>
                </a:rPr>
                <a:t>Motion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22379" y="4270163"/>
              <a:ext cx="937641" cy="1557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68D5E9"/>
                  </a:solidFill>
                  <a:latin typeface="Montserrat"/>
                </a:rPr>
                <a:t>Interactions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832362" y="3963356"/>
            <a:ext cx="942346" cy="467228"/>
            <a:chOff x="5832362" y="3958594"/>
            <a:chExt cx="942346" cy="467228"/>
          </a:xfrm>
        </p:grpSpPr>
        <p:sp>
          <p:nvSpPr>
            <p:cNvPr id="47" name="TextBox 46"/>
            <p:cNvSpPr txBox="1"/>
            <p:nvPr/>
          </p:nvSpPr>
          <p:spPr>
            <a:xfrm>
              <a:off x="5761687" y="3958594"/>
              <a:ext cx="1083697" cy="155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68D5E9"/>
                  </a:solidFill>
                  <a:latin typeface="Montserrat"/>
                </a:rPr>
                <a:t>Scalable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761687" y="4114327"/>
              <a:ext cx="1083697" cy="155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68D5E9"/>
                  </a:solidFill>
                  <a:latin typeface="Montserrat"/>
                </a:rPr>
                <a:t>Cloud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761687" y="4270061"/>
              <a:ext cx="1083697" cy="1557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68D5E9"/>
                  </a:solidFill>
                  <a:latin typeface="Montserrat"/>
                </a:rPr>
                <a:t>Infrastructure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7057806" y="3980678"/>
            <a:ext cx="912647" cy="311495"/>
            <a:chOff x="7057806" y="3975916"/>
            <a:chExt cx="912647" cy="311495"/>
          </a:xfrm>
        </p:grpSpPr>
        <p:sp>
          <p:nvSpPr>
            <p:cNvPr id="51" name="TextBox 50"/>
            <p:cNvSpPr txBox="1"/>
            <p:nvPr/>
          </p:nvSpPr>
          <p:spPr>
            <a:xfrm>
              <a:off x="6989358" y="3975916"/>
              <a:ext cx="1049544" cy="155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68D5E9"/>
                  </a:solidFill>
                  <a:latin typeface="Montserrat"/>
                </a:rPr>
                <a:t>Modern Web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989358" y="4131649"/>
              <a:ext cx="1049544" cy="1557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68D5E9"/>
                  </a:solidFill>
                  <a:latin typeface="Montserrat"/>
                </a:rPr>
                <a:t>App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1035084" y="4396025"/>
            <a:ext cx="843438" cy="259469"/>
            <a:chOff x="1035084" y="4391263"/>
            <a:chExt cx="843438" cy="259469"/>
          </a:xfrm>
        </p:grpSpPr>
        <p:sp>
          <p:nvSpPr>
            <p:cNvPr id="54" name="TextBox 53"/>
            <p:cNvSpPr txBox="1"/>
            <p:nvPr/>
          </p:nvSpPr>
          <p:spPr>
            <a:xfrm>
              <a:off x="971827" y="4391263"/>
              <a:ext cx="969953" cy="129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C5C8E8"/>
                  </a:solidFill>
                  <a:latin typeface="Montserrat"/>
                </a:rPr>
                <a:t>Static design,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71827" y="4520993"/>
              <a:ext cx="969953" cy="129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C5C8E8"/>
                  </a:solidFill>
                  <a:latin typeface="Montserrat"/>
                </a:rPr>
                <a:t>limited scalability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2180274" y="4396025"/>
            <a:ext cx="975998" cy="259469"/>
            <a:chOff x="2180274" y="4391263"/>
            <a:chExt cx="975998" cy="259469"/>
          </a:xfrm>
        </p:grpSpPr>
        <p:sp>
          <p:nvSpPr>
            <p:cNvPr id="57" name="TextBox 56"/>
            <p:cNvSpPr txBox="1"/>
            <p:nvPr/>
          </p:nvSpPr>
          <p:spPr>
            <a:xfrm>
              <a:off x="2107075" y="4391263"/>
              <a:ext cx="1122397" cy="129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C5C8E8"/>
                  </a:solidFill>
                  <a:latin typeface="Montserrat"/>
                </a:rPr>
                <a:t>Adapting to various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107075" y="4520993"/>
              <a:ext cx="1122397" cy="129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C5C8E8"/>
                  </a:solidFill>
                  <a:latin typeface="Montserrat"/>
                </a:rPr>
                <a:t>screen sizes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7057558" y="4396025"/>
            <a:ext cx="913133" cy="259469"/>
            <a:chOff x="7057558" y="4391263"/>
            <a:chExt cx="913133" cy="259469"/>
          </a:xfrm>
        </p:grpSpPr>
        <p:sp>
          <p:nvSpPr>
            <p:cNvPr id="60" name="TextBox 59"/>
            <p:cNvSpPr txBox="1"/>
            <p:nvPr/>
          </p:nvSpPr>
          <p:spPr>
            <a:xfrm>
              <a:off x="6989074" y="4391263"/>
              <a:ext cx="1050102" cy="129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C5C8E8"/>
                  </a:solidFill>
                  <a:latin typeface="Montserrat"/>
                </a:rPr>
                <a:t>Responsive,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989074" y="4520993"/>
              <a:ext cx="1050102" cy="129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C5C8E8"/>
                  </a:solidFill>
                  <a:latin typeface="Montserrat"/>
                </a:rPr>
                <a:t>scalable, engaging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3408485" y="4517320"/>
            <a:ext cx="942498" cy="259469"/>
            <a:chOff x="3408485" y="4512558"/>
            <a:chExt cx="942498" cy="259469"/>
          </a:xfrm>
        </p:grpSpPr>
        <p:sp>
          <p:nvSpPr>
            <p:cNvPr id="63" name="TextBox 62"/>
            <p:cNvSpPr txBox="1"/>
            <p:nvPr/>
          </p:nvSpPr>
          <p:spPr>
            <a:xfrm>
              <a:off x="3337798" y="4512558"/>
              <a:ext cx="1083872" cy="129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C5C8E8"/>
                  </a:solidFill>
                  <a:latin typeface="Montserrat"/>
                </a:rPr>
                <a:t>Modern, visually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337798" y="4642288"/>
              <a:ext cx="1083872" cy="129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C5C8E8"/>
                  </a:solidFill>
                  <a:latin typeface="Montserrat"/>
                </a:rPr>
                <a:t>appealing interface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4623998" y="4517320"/>
            <a:ext cx="934412" cy="259469"/>
            <a:chOff x="4623998" y="4512558"/>
            <a:chExt cx="934412" cy="259469"/>
          </a:xfrm>
        </p:grpSpPr>
        <p:sp>
          <p:nvSpPr>
            <p:cNvPr id="66" name="TextBox 65"/>
            <p:cNvSpPr txBox="1"/>
            <p:nvPr/>
          </p:nvSpPr>
          <p:spPr>
            <a:xfrm>
              <a:off x="4553918" y="4512558"/>
              <a:ext cx="1074573" cy="129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C5C8E8"/>
                  </a:solidFill>
                  <a:latin typeface="Montserrat"/>
                </a:rPr>
                <a:t>Smooth, engaging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553918" y="4642288"/>
              <a:ext cx="1074573" cy="129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C5C8E8"/>
                  </a:solidFill>
                  <a:latin typeface="Montserrat"/>
                </a:rPr>
                <a:t>animations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5919116" y="4517120"/>
            <a:ext cx="768838" cy="259469"/>
            <a:chOff x="5919116" y="4512358"/>
            <a:chExt cx="768838" cy="259469"/>
          </a:xfrm>
        </p:grpSpPr>
        <p:sp>
          <p:nvSpPr>
            <p:cNvPr id="69" name="TextBox 68"/>
            <p:cNvSpPr txBox="1"/>
            <p:nvPr/>
          </p:nvSpPr>
          <p:spPr>
            <a:xfrm>
              <a:off x="5861454" y="4512358"/>
              <a:ext cx="884163" cy="129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C5C8E8"/>
                  </a:solidFill>
                  <a:latin typeface="Montserrat"/>
                </a:rPr>
                <a:t>Vercel, Render,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861454" y="4642088"/>
              <a:ext cx="884163" cy="129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C5C8E8"/>
                  </a:solidFill>
                  <a:latin typeface="Montserrat"/>
                </a:rPr>
                <a:t>MongoDB Atlas</a:t>
              </a:r>
            </a:p>
          </p:txBody>
        </p:sp>
      </p:grpSp>
      <p:sp>
        <p:nvSpPr>
          <p:cNvPr id="72" name="Rounded Rectangle 71"/>
          <p:cNvSpPr/>
          <p:nvPr/>
        </p:nvSpPr>
        <p:spPr>
          <a:xfrm>
            <a:off x="8011790" y="495898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61C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8586" y="3643652"/>
            <a:ext cx="1055978" cy="394183"/>
          </a:xfrm>
          <a:custGeom>
            <a:avLst/>
            <a:gdLst/>
            <a:ahLst/>
            <a:cxnLst/>
            <a:rect l="0" t="0" r="0" b="0"/>
            <a:pathLst>
              <a:path w="1055978" h="394183">
                <a:moveTo>
                  <a:pt x="1055978" y="211196"/>
                </a:moveTo>
                <a:lnTo>
                  <a:pt x="1055978" y="1"/>
                </a:lnTo>
                <a:lnTo>
                  <a:pt x="35199" y="0"/>
                </a:lnTo>
                <a:cubicBezTo>
                  <a:pt x="15759" y="0"/>
                  <a:pt x="0" y="15759"/>
                  <a:pt x="0" y="35199"/>
                </a:cubicBezTo>
                <a:cubicBezTo>
                  <a:pt x="0" y="54639"/>
                  <a:pt x="15759" y="70398"/>
                  <a:pt x="35199" y="70398"/>
                </a:cubicBezTo>
                <a:lnTo>
                  <a:pt x="70398" y="70398"/>
                </a:lnTo>
                <a:lnTo>
                  <a:pt x="70398" y="211196"/>
                </a:lnTo>
                <a:moveTo>
                  <a:pt x="1055978" y="211195"/>
                </a:moveTo>
                <a:lnTo>
                  <a:pt x="1055978" y="394183"/>
                </a:lnTo>
                <a:lnTo>
                  <a:pt x="70398" y="394183"/>
                </a:lnTo>
                <a:lnTo>
                  <a:pt x="70398" y="211195"/>
                </a:lnTo>
              </a:path>
            </a:pathLst>
          </a:custGeom>
          <a:noFill/>
          <a:ln w="8800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14166" y="3362058"/>
            <a:ext cx="1055978" cy="675778"/>
          </a:xfrm>
          <a:custGeom>
            <a:avLst/>
            <a:gdLst/>
            <a:ahLst/>
            <a:cxnLst/>
            <a:rect l="0" t="0" r="0" b="0"/>
            <a:pathLst>
              <a:path w="1055978" h="675778">
                <a:moveTo>
                  <a:pt x="1055978" y="492790"/>
                </a:moveTo>
                <a:lnTo>
                  <a:pt x="1055978" y="675778"/>
                </a:lnTo>
                <a:lnTo>
                  <a:pt x="70398" y="675778"/>
                </a:lnTo>
                <a:lnTo>
                  <a:pt x="70398" y="492790"/>
                </a:lnTo>
                <a:moveTo>
                  <a:pt x="1055978" y="492791"/>
                </a:moveTo>
                <a:lnTo>
                  <a:pt x="1055978" y="1"/>
                </a:lnTo>
                <a:lnTo>
                  <a:pt x="35199" y="0"/>
                </a:lnTo>
                <a:cubicBezTo>
                  <a:pt x="15759" y="0"/>
                  <a:pt x="0" y="15759"/>
                  <a:pt x="0" y="35199"/>
                </a:cubicBezTo>
                <a:cubicBezTo>
                  <a:pt x="0" y="54639"/>
                  <a:pt x="15759" y="70398"/>
                  <a:pt x="35199" y="70398"/>
                </a:cubicBezTo>
                <a:lnTo>
                  <a:pt x="70398" y="70398"/>
                </a:lnTo>
                <a:lnTo>
                  <a:pt x="70398" y="492791"/>
                </a:lnTo>
              </a:path>
            </a:pathLst>
          </a:custGeom>
          <a:noFill/>
          <a:ln w="8800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99745" y="3080464"/>
            <a:ext cx="1055978" cy="957372"/>
          </a:xfrm>
          <a:custGeom>
            <a:avLst/>
            <a:gdLst/>
            <a:ahLst/>
            <a:cxnLst/>
            <a:rect l="0" t="0" r="0" b="0"/>
            <a:pathLst>
              <a:path w="1055978" h="957372">
                <a:moveTo>
                  <a:pt x="1055978" y="774384"/>
                </a:moveTo>
                <a:lnTo>
                  <a:pt x="1055978" y="957372"/>
                </a:lnTo>
                <a:lnTo>
                  <a:pt x="70398" y="957372"/>
                </a:lnTo>
                <a:lnTo>
                  <a:pt x="70398" y="774384"/>
                </a:lnTo>
                <a:moveTo>
                  <a:pt x="1055978" y="774385"/>
                </a:moveTo>
                <a:lnTo>
                  <a:pt x="1055978" y="1"/>
                </a:lnTo>
                <a:lnTo>
                  <a:pt x="35199" y="0"/>
                </a:lnTo>
                <a:cubicBezTo>
                  <a:pt x="15759" y="0"/>
                  <a:pt x="0" y="15759"/>
                  <a:pt x="0" y="35199"/>
                </a:cubicBezTo>
                <a:cubicBezTo>
                  <a:pt x="0" y="54639"/>
                  <a:pt x="15759" y="70398"/>
                  <a:pt x="35199" y="70398"/>
                </a:cubicBezTo>
                <a:lnTo>
                  <a:pt x="70398" y="70398"/>
                </a:lnTo>
                <a:lnTo>
                  <a:pt x="70398" y="774385"/>
                </a:lnTo>
              </a:path>
            </a:pathLst>
          </a:custGeom>
          <a:noFill/>
          <a:ln w="8800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85326" y="2798870"/>
            <a:ext cx="1055978" cy="1238966"/>
          </a:xfrm>
          <a:custGeom>
            <a:avLst/>
            <a:gdLst/>
            <a:ahLst/>
            <a:cxnLst/>
            <a:rect l="0" t="0" r="0" b="0"/>
            <a:pathLst>
              <a:path w="1055978" h="1238966">
                <a:moveTo>
                  <a:pt x="1055978" y="1055979"/>
                </a:moveTo>
                <a:lnTo>
                  <a:pt x="1055978" y="1"/>
                </a:lnTo>
                <a:lnTo>
                  <a:pt x="35199" y="0"/>
                </a:lnTo>
                <a:cubicBezTo>
                  <a:pt x="15759" y="0"/>
                  <a:pt x="0" y="15759"/>
                  <a:pt x="0" y="35199"/>
                </a:cubicBezTo>
                <a:cubicBezTo>
                  <a:pt x="0" y="54639"/>
                  <a:pt x="15759" y="70398"/>
                  <a:pt x="35199" y="70398"/>
                </a:cubicBezTo>
                <a:lnTo>
                  <a:pt x="70398" y="70398"/>
                </a:lnTo>
                <a:lnTo>
                  <a:pt x="70398" y="1055979"/>
                </a:lnTo>
                <a:moveTo>
                  <a:pt x="1055978" y="1055978"/>
                </a:moveTo>
                <a:lnTo>
                  <a:pt x="1055978" y="1238966"/>
                </a:lnTo>
                <a:lnTo>
                  <a:pt x="70398" y="1238966"/>
                </a:lnTo>
                <a:lnTo>
                  <a:pt x="70398" y="1055978"/>
                </a:lnTo>
              </a:path>
            </a:pathLst>
          </a:custGeom>
          <a:noFill/>
          <a:ln w="8800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70905" y="2517275"/>
            <a:ext cx="1055978" cy="1520560"/>
          </a:xfrm>
          <a:custGeom>
            <a:avLst/>
            <a:gdLst/>
            <a:ahLst/>
            <a:cxnLst/>
            <a:rect l="0" t="0" r="0" b="0"/>
            <a:pathLst>
              <a:path w="1055978" h="1520560">
                <a:moveTo>
                  <a:pt x="1055978" y="1337572"/>
                </a:moveTo>
                <a:lnTo>
                  <a:pt x="1055978" y="1520560"/>
                </a:lnTo>
                <a:lnTo>
                  <a:pt x="70398" y="1520560"/>
                </a:lnTo>
                <a:lnTo>
                  <a:pt x="70398" y="1337572"/>
                </a:lnTo>
                <a:moveTo>
                  <a:pt x="1055978" y="1337573"/>
                </a:moveTo>
                <a:lnTo>
                  <a:pt x="1055978" y="1"/>
                </a:lnTo>
                <a:lnTo>
                  <a:pt x="35199" y="0"/>
                </a:lnTo>
                <a:cubicBezTo>
                  <a:pt x="15759" y="0"/>
                  <a:pt x="0" y="15759"/>
                  <a:pt x="0" y="35199"/>
                </a:cubicBezTo>
                <a:cubicBezTo>
                  <a:pt x="0" y="54639"/>
                  <a:pt x="15759" y="70398"/>
                  <a:pt x="35199" y="70398"/>
                </a:cubicBezTo>
                <a:lnTo>
                  <a:pt x="70398" y="70398"/>
                </a:lnTo>
                <a:lnTo>
                  <a:pt x="70398" y="1337573"/>
                </a:lnTo>
              </a:path>
            </a:pathLst>
          </a:custGeom>
          <a:noFill/>
          <a:ln w="8800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56486" y="2235681"/>
            <a:ext cx="1055978" cy="1802155"/>
          </a:xfrm>
          <a:custGeom>
            <a:avLst/>
            <a:gdLst/>
            <a:ahLst/>
            <a:cxnLst/>
            <a:rect l="0" t="0" r="0" b="0"/>
            <a:pathLst>
              <a:path w="1055978" h="1802155">
                <a:moveTo>
                  <a:pt x="1055978" y="1619167"/>
                </a:moveTo>
                <a:lnTo>
                  <a:pt x="1055978" y="1802155"/>
                </a:lnTo>
                <a:lnTo>
                  <a:pt x="70398" y="1802155"/>
                </a:lnTo>
                <a:lnTo>
                  <a:pt x="70398" y="1619167"/>
                </a:lnTo>
                <a:moveTo>
                  <a:pt x="1055978" y="1619168"/>
                </a:moveTo>
                <a:lnTo>
                  <a:pt x="1055978" y="1"/>
                </a:lnTo>
                <a:lnTo>
                  <a:pt x="35199" y="0"/>
                </a:lnTo>
                <a:cubicBezTo>
                  <a:pt x="15759" y="0"/>
                  <a:pt x="0" y="15759"/>
                  <a:pt x="0" y="35199"/>
                </a:cubicBezTo>
                <a:cubicBezTo>
                  <a:pt x="0" y="54639"/>
                  <a:pt x="15759" y="70398"/>
                  <a:pt x="35199" y="70398"/>
                </a:cubicBezTo>
                <a:lnTo>
                  <a:pt x="70398" y="70398"/>
                </a:lnTo>
                <a:lnTo>
                  <a:pt x="70398" y="1619168"/>
                </a:lnTo>
              </a:path>
            </a:pathLst>
          </a:custGeom>
          <a:noFill/>
          <a:ln w="8800">
            <a:solidFill>
              <a:srgbClr val="008E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84743" y="1889555"/>
            <a:ext cx="270615" cy="270592"/>
          </a:xfrm>
          <a:custGeom>
            <a:avLst/>
            <a:gdLst/>
            <a:ahLst/>
            <a:cxnLst/>
            <a:rect l="0" t="0" r="0" b="0"/>
            <a:pathLst>
              <a:path w="270615" h="270592">
                <a:moveTo>
                  <a:pt x="207746" y="134109"/>
                </a:moveTo>
                <a:lnTo>
                  <a:pt x="225803" y="175996"/>
                </a:lnTo>
                <a:lnTo>
                  <a:pt x="260944" y="175996"/>
                </a:lnTo>
                <a:cubicBezTo>
                  <a:pt x="264576" y="175864"/>
                  <a:pt x="267902" y="178024"/>
                  <a:pt x="269258" y="181396"/>
                </a:cubicBezTo>
                <a:cubicBezTo>
                  <a:pt x="270615" y="184769"/>
                  <a:pt x="269710" y="188630"/>
                  <a:pt x="266998" y="191050"/>
                </a:cubicBezTo>
                <a:lnTo>
                  <a:pt x="236492" y="218223"/>
                </a:lnTo>
                <a:lnTo>
                  <a:pt x="253387" y="257095"/>
                </a:lnTo>
                <a:cubicBezTo>
                  <a:pt x="254908" y="260741"/>
                  <a:pt x="253934" y="264950"/>
                  <a:pt x="250968" y="267558"/>
                </a:cubicBezTo>
                <a:cubicBezTo>
                  <a:pt x="248001" y="270166"/>
                  <a:pt x="243702" y="270592"/>
                  <a:pt x="240282" y="268617"/>
                </a:cubicBezTo>
                <a:lnTo>
                  <a:pt x="199462" y="245608"/>
                </a:lnTo>
                <a:lnTo>
                  <a:pt x="158631" y="268617"/>
                </a:lnTo>
                <a:cubicBezTo>
                  <a:pt x="155210" y="270592"/>
                  <a:pt x="150911" y="270166"/>
                  <a:pt x="147945" y="267558"/>
                </a:cubicBezTo>
                <a:cubicBezTo>
                  <a:pt x="144978" y="264950"/>
                  <a:pt x="144005" y="260741"/>
                  <a:pt x="145525" y="257095"/>
                </a:cubicBezTo>
                <a:lnTo>
                  <a:pt x="162421" y="218223"/>
                </a:lnTo>
                <a:lnTo>
                  <a:pt x="131915" y="191061"/>
                </a:lnTo>
                <a:cubicBezTo>
                  <a:pt x="129196" y="188646"/>
                  <a:pt x="128285" y="184785"/>
                  <a:pt x="129636" y="181409"/>
                </a:cubicBezTo>
                <a:cubicBezTo>
                  <a:pt x="130988" y="178034"/>
                  <a:pt x="134311" y="175868"/>
                  <a:pt x="137946" y="175996"/>
                </a:cubicBezTo>
                <a:lnTo>
                  <a:pt x="173145" y="175996"/>
                </a:lnTo>
                <a:lnTo>
                  <a:pt x="191225" y="134109"/>
                </a:lnTo>
                <a:cubicBezTo>
                  <a:pt x="192864" y="131073"/>
                  <a:pt x="196036" y="129181"/>
                  <a:pt x="199486" y="129181"/>
                </a:cubicBezTo>
                <a:cubicBezTo>
                  <a:pt x="202935" y="129181"/>
                  <a:pt x="206107" y="131073"/>
                  <a:pt x="207746" y="134109"/>
                </a:cubicBezTo>
                <a:close/>
                <a:moveTo>
                  <a:pt x="58665" y="234661"/>
                </a:moveTo>
                <a:lnTo>
                  <a:pt x="93864" y="234661"/>
                </a:lnTo>
                <a:moveTo>
                  <a:pt x="93876" y="175996"/>
                </a:moveTo>
                <a:lnTo>
                  <a:pt x="93876" y="234661"/>
                </a:lnTo>
                <a:moveTo>
                  <a:pt x="32266" y="228795"/>
                </a:moveTo>
                <a:cubicBezTo>
                  <a:pt x="30646" y="228795"/>
                  <a:pt x="29332" y="230108"/>
                  <a:pt x="29332" y="231728"/>
                </a:cubicBezTo>
                <a:cubicBezTo>
                  <a:pt x="29332" y="233348"/>
                  <a:pt x="30646" y="234661"/>
                  <a:pt x="32266" y="234661"/>
                </a:cubicBezTo>
                <a:cubicBezTo>
                  <a:pt x="33886" y="234661"/>
                  <a:pt x="35199" y="233348"/>
                  <a:pt x="35199" y="231728"/>
                </a:cubicBezTo>
                <a:cubicBezTo>
                  <a:pt x="35199" y="230108"/>
                  <a:pt x="33886" y="228795"/>
                  <a:pt x="32266" y="228795"/>
                </a:cubicBezTo>
                <a:lnTo>
                  <a:pt x="32266" y="228795"/>
                </a:lnTo>
                <a:moveTo>
                  <a:pt x="2933" y="228795"/>
                </a:moveTo>
                <a:cubicBezTo>
                  <a:pt x="1313" y="228795"/>
                  <a:pt x="0" y="230108"/>
                  <a:pt x="0" y="231728"/>
                </a:cubicBezTo>
                <a:cubicBezTo>
                  <a:pt x="0" y="233348"/>
                  <a:pt x="1313" y="234661"/>
                  <a:pt x="2933" y="234661"/>
                </a:cubicBezTo>
                <a:cubicBezTo>
                  <a:pt x="4553" y="234661"/>
                  <a:pt x="5866" y="233348"/>
                  <a:pt x="5866" y="231728"/>
                </a:cubicBezTo>
                <a:cubicBezTo>
                  <a:pt x="5866" y="230108"/>
                  <a:pt x="4553" y="228795"/>
                  <a:pt x="2933" y="228795"/>
                </a:cubicBezTo>
                <a:lnTo>
                  <a:pt x="2933" y="228795"/>
                </a:lnTo>
                <a:moveTo>
                  <a:pt x="43999" y="143730"/>
                </a:moveTo>
                <a:cubicBezTo>
                  <a:pt x="42379" y="143730"/>
                  <a:pt x="41065" y="145043"/>
                  <a:pt x="41065" y="146663"/>
                </a:cubicBezTo>
                <a:cubicBezTo>
                  <a:pt x="41065" y="148283"/>
                  <a:pt x="42379" y="149596"/>
                  <a:pt x="43999" y="149596"/>
                </a:cubicBezTo>
                <a:cubicBezTo>
                  <a:pt x="45619" y="149596"/>
                  <a:pt x="46932" y="148283"/>
                  <a:pt x="46932" y="146663"/>
                </a:cubicBezTo>
                <a:cubicBezTo>
                  <a:pt x="46932" y="145043"/>
                  <a:pt x="45619" y="143730"/>
                  <a:pt x="43999" y="143730"/>
                </a:cubicBezTo>
                <a:lnTo>
                  <a:pt x="43999" y="143730"/>
                </a:lnTo>
                <a:moveTo>
                  <a:pt x="73331" y="143730"/>
                </a:moveTo>
                <a:cubicBezTo>
                  <a:pt x="71711" y="143730"/>
                  <a:pt x="70398" y="145043"/>
                  <a:pt x="70398" y="146663"/>
                </a:cubicBezTo>
                <a:cubicBezTo>
                  <a:pt x="70398" y="148283"/>
                  <a:pt x="71711" y="149596"/>
                  <a:pt x="73331" y="149596"/>
                </a:cubicBezTo>
                <a:cubicBezTo>
                  <a:pt x="74951" y="149596"/>
                  <a:pt x="76265" y="148283"/>
                  <a:pt x="76265" y="146663"/>
                </a:cubicBezTo>
                <a:cubicBezTo>
                  <a:pt x="76265" y="145043"/>
                  <a:pt x="74951" y="143730"/>
                  <a:pt x="73331" y="143730"/>
                </a:cubicBezTo>
                <a:lnTo>
                  <a:pt x="73331" y="143730"/>
                </a:lnTo>
                <a:moveTo>
                  <a:pt x="140797" y="117330"/>
                </a:moveTo>
                <a:lnTo>
                  <a:pt x="29332" y="117330"/>
                </a:lnTo>
                <a:cubicBezTo>
                  <a:pt x="13132" y="117330"/>
                  <a:pt x="0" y="130463"/>
                  <a:pt x="0" y="146663"/>
                </a:cubicBezTo>
                <a:cubicBezTo>
                  <a:pt x="0" y="162863"/>
                  <a:pt x="13132" y="175996"/>
                  <a:pt x="29332" y="175996"/>
                </a:cubicBezTo>
                <a:lnTo>
                  <a:pt x="105597" y="175996"/>
                </a:lnTo>
                <a:moveTo>
                  <a:pt x="43999" y="85064"/>
                </a:moveTo>
                <a:cubicBezTo>
                  <a:pt x="42379" y="85064"/>
                  <a:pt x="41065" y="86378"/>
                  <a:pt x="41065" y="87998"/>
                </a:cubicBezTo>
                <a:cubicBezTo>
                  <a:pt x="41065" y="89618"/>
                  <a:pt x="42379" y="90931"/>
                  <a:pt x="43999" y="90931"/>
                </a:cubicBezTo>
                <a:cubicBezTo>
                  <a:pt x="45619" y="90931"/>
                  <a:pt x="46932" y="89618"/>
                  <a:pt x="46932" y="87998"/>
                </a:cubicBezTo>
                <a:cubicBezTo>
                  <a:pt x="46932" y="86378"/>
                  <a:pt x="45619" y="85064"/>
                  <a:pt x="43999" y="85064"/>
                </a:cubicBezTo>
                <a:lnTo>
                  <a:pt x="43999" y="85064"/>
                </a:lnTo>
                <a:moveTo>
                  <a:pt x="73331" y="85064"/>
                </a:moveTo>
                <a:cubicBezTo>
                  <a:pt x="71711" y="85064"/>
                  <a:pt x="70398" y="86378"/>
                  <a:pt x="70398" y="87998"/>
                </a:cubicBezTo>
                <a:cubicBezTo>
                  <a:pt x="70398" y="89618"/>
                  <a:pt x="71711" y="90931"/>
                  <a:pt x="73331" y="90931"/>
                </a:cubicBezTo>
                <a:cubicBezTo>
                  <a:pt x="74951" y="90931"/>
                  <a:pt x="76265" y="89618"/>
                  <a:pt x="76265" y="87998"/>
                </a:cubicBezTo>
                <a:cubicBezTo>
                  <a:pt x="76265" y="86378"/>
                  <a:pt x="74951" y="85064"/>
                  <a:pt x="73331" y="85064"/>
                </a:cubicBezTo>
                <a:lnTo>
                  <a:pt x="73331" y="85064"/>
                </a:lnTo>
                <a:moveTo>
                  <a:pt x="199462" y="87998"/>
                </a:moveTo>
                <a:cubicBezTo>
                  <a:pt x="199462" y="71798"/>
                  <a:pt x="186329" y="58665"/>
                  <a:pt x="170129" y="58665"/>
                </a:cubicBezTo>
                <a:lnTo>
                  <a:pt x="29332" y="58665"/>
                </a:lnTo>
                <a:cubicBezTo>
                  <a:pt x="13132" y="58665"/>
                  <a:pt x="0" y="71798"/>
                  <a:pt x="0" y="87998"/>
                </a:cubicBezTo>
                <a:cubicBezTo>
                  <a:pt x="0" y="104198"/>
                  <a:pt x="13132" y="117330"/>
                  <a:pt x="29332" y="117330"/>
                </a:cubicBezTo>
                <a:lnTo>
                  <a:pt x="140797" y="117330"/>
                </a:lnTo>
                <a:moveTo>
                  <a:pt x="43999" y="26399"/>
                </a:moveTo>
                <a:lnTo>
                  <a:pt x="43999" y="26399"/>
                </a:lnTo>
                <a:cubicBezTo>
                  <a:pt x="45619" y="26399"/>
                  <a:pt x="46932" y="27712"/>
                  <a:pt x="46932" y="29332"/>
                </a:cubicBezTo>
                <a:cubicBezTo>
                  <a:pt x="46932" y="30952"/>
                  <a:pt x="45619" y="32266"/>
                  <a:pt x="43999" y="32266"/>
                </a:cubicBezTo>
                <a:cubicBezTo>
                  <a:pt x="42379" y="32266"/>
                  <a:pt x="41065" y="30952"/>
                  <a:pt x="41065" y="29332"/>
                </a:cubicBezTo>
                <a:cubicBezTo>
                  <a:pt x="41065" y="27712"/>
                  <a:pt x="42379" y="26399"/>
                  <a:pt x="43999" y="26399"/>
                </a:cubicBezTo>
                <a:moveTo>
                  <a:pt x="73331" y="26399"/>
                </a:moveTo>
                <a:lnTo>
                  <a:pt x="73331" y="26399"/>
                </a:lnTo>
                <a:cubicBezTo>
                  <a:pt x="74951" y="26399"/>
                  <a:pt x="76265" y="27712"/>
                  <a:pt x="76265" y="29332"/>
                </a:cubicBezTo>
                <a:cubicBezTo>
                  <a:pt x="76265" y="30952"/>
                  <a:pt x="74951" y="32266"/>
                  <a:pt x="73331" y="32266"/>
                </a:cubicBezTo>
                <a:cubicBezTo>
                  <a:pt x="71711" y="32266"/>
                  <a:pt x="70398" y="30952"/>
                  <a:pt x="70398" y="29332"/>
                </a:cubicBezTo>
                <a:cubicBezTo>
                  <a:pt x="70398" y="27712"/>
                  <a:pt x="71711" y="26399"/>
                  <a:pt x="73331" y="26399"/>
                </a:cubicBezTo>
                <a:moveTo>
                  <a:pt x="199462" y="29332"/>
                </a:moveTo>
                <a:cubicBezTo>
                  <a:pt x="199462" y="13132"/>
                  <a:pt x="186329" y="0"/>
                  <a:pt x="170129" y="0"/>
                </a:cubicBezTo>
                <a:lnTo>
                  <a:pt x="29332" y="0"/>
                </a:lnTo>
                <a:cubicBezTo>
                  <a:pt x="13132" y="0"/>
                  <a:pt x="0" y="13132"/>
                  <a:pt x="0" y="29332"/>
                </a:cubicBezTo>
                <a:cubicBezTo>
                  <a:pt x="0" y="45532"/>
                  <a:pt x="13132" y="58665"/>
                  <a:pt x="29332" y="58665"/>
                </a:cubicBezTo>
                <a:lnTo>
                  <a:pt x="170129" y="58665"/>
                </a:lnTo>
                <a:cubicBezTo>
                  <a:pt x="186329" y="58665"/>
                  <a:pt x="199462" y="45532"/>
                  <a:pt x="199462" y="29332"/>
                </a:cubicBezTo>
                <a:close/>
              </a:path>
            </a:pathLst>
          </a:custGeom>
          <a:noFill/>
          <a:ln w="8800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99142" y="2171138"/>
            <a:ext cx="269904" cy="269871"/>
          </a:xfrm>
          <a:custGeom>
            <a:avLst/>
            <a:gdLst/>
            <a:ahLst/>
            <a:cxnLst/>
            <a:rect l="0" t="0" r="0" b="0"/>
            <a:pathLst>
              <a:path w="269904" h="269871">
                <a:moveTo>
                  <a:pt x="117352" y="234671"/>
                </a:moveTo>
                <a:lnTo>
                  <a:pt x="152551" y="234671"/>
                </a:lnTo>
                <a:moveTo>
                  <a:pt x="117352" y="258137"/>
                </a:moveTo>
                <a:lnTo>
                  <a:pt x="152551" y="258137"/>
                </a:lnTo>
                <a:moveTo>
                  <a:pt x="134952" y="258137"/>
                </a:moveTo>
                <a:lnTo>
                  <a:pt x="134952" y="269871"/>
                </a:lnTo>
                <a:moveTo>
                  <a:pt x="203813" y="135456"/>
                </a:moveTo>
                <a:cubicBezTo>
                  <a:pt x="202727" y="98493"/>
                  <a:pt x="171917" y="69389"/>
                  <a:pt x="134952" y="70408"/>
                </a:cubicBezTo>
                <a:cubicBezTo>
                  <a:pt x="97984" y="69382"/>
                  <a:pt x="67170" y="98490"/>
                  <a:pt x="66090" y="135456"/>
                </a:cubicBezTo>
                <a:cubicBezTo>
                  <a:pt x="67347" y="165373"/>
                  <a:pt x="88254" y="190846"/>
                  <a:pt x="117352" y="197911"/>
                </a:cubicBezTo>
                <a:lnTo>
                  <a:pt x="117352" y="211205"/>
                </a:lnTo>
                <a:lnTo>
                  <a:pt x="152551" y="211205"/>
                </a:lnTo>
                <a:lnTo>
                  <a:pt x="152551" y="197911"/>
                </a:lnTo>
                <a:cubicBezTo>
                  <a:pt x="181649" y="190846"/>
                  <a:pt x="202556" y="165373"/>
                  <a:pt x="203813" y="135456"/>
                </a:cubicBezTo>
                <a:close/>
                <a:moveTo>
                  <a:pt x="78774" y="227901"/>
                </a:moveTo>
                <a:lnTo>
                  <a:pt x="64553" y="234671"/>
                </a:lnTo>
                <a:cubicBezTo>
                  <a:pt x="56140" y="238705"/>
                  <a:pt x="46097" y="236990"/>
                  <a:pt x="39499" y="230392"/>
                </a:cubicBezTo>
                <a:cubicBezTo>
                  <a:pt x="32902" y="223795"/>
                  <a:pt x="31187" y="213752"/>
                  <a:pt x="35220" y="205338"/>
                </a:cubicBezTo>
                <a:lnTo>
                  <a:pt x="41979" y="191106"/>
                </a:lnTo>
                <a:cubicBezTo>
                  <a:pt x="44652" y="185486"/>
                  <a:pt x="44819" y="178995"/>
                  <a:pt x="42437" y="173245"/>
                </a:cubicBezTo>
                <a:cubicBezTo>
                  <a:pt x="40055" y="167495"/>
                  <a:pt x="35348" y="163024"/>
                  <a:pt x="29483" y="160940"/>
                </a:cubicBezTo>
                <a:lnTo>
                  <a:pt x="14640" y="155661"/>
                </a:lnTo>
                <a:cubicBezTo>
                  <a:pt x="5864" y="152545"/>
                  <a:pt x="0" y="144241"/>
                  <a:pt x="0" y="134928"/>
                </a:cubicBezTo>
                <a:cubicBezTo>
                  <a:pt x="0" y="125615"/>
                  <a:pt x="5864" y="117311"/>
                  <a:pt x="14640" y="114196"/>
                </a:cubicBezTo>
                <a:lnTo>
                  <a:pt x="29483" y="108916"/>
                </a:lnTo>
                <a:cubicBezTo>
                  <a:pt x="35347" y="106835"/>
                  <a:pt x="40054" y="102366"/>
                  <a:pt x="42439" y="96619"/>
                </a:cubicBezTo>
                <a:cubicBezTo>
                  <a:pt x="44823" y="90871"/>
                  <a:pt x="44660" y="84383"/>
                  <a:pt x="41990" y="78762"/>
                </a:cubicBezTo>
                <a:lnTo>
                  <a:pt x="35220" y="64541"/>
                </a:lnTo>
                <a:cubicBezTo>
                  <a:pt x="31187" y="56128"/>
                  <a:pt x="32902" y="46085"/>
                  <a:pt x="39499" y="39488"/>
                </a:cubicBezTo>
                <a:cubicBezTo>
                  <a:pt x="46097" y="32890"/>
                  <a:pt x="56140" y="31175"/>
                  <a:pt x="64553" y="35209"/>
                </a:cubicBezTo>
                <a:lnTo>
                  <a:pt x="78785" y="41967"/>
                </a:lnTo>
                <a:cubicBezTo>
                  <a:pt x="84403" y="44637"/>
                  <a:pt x="90889" y="44803"/>
                  <a:pt x="96636" y="42424"/>
                </a:cubicBezTo>
                <a:cubicBezTo>
                  <a:pt x="102383" y="40045"/>
                  <a:pt x="106853" y="35343"/>
                  <a:pt x="108939" y="29483"/>
                </a:cubicBezTo>
                <a:lnTo>
                  <a:pt x="114219" y="14640"/>
                </a:lnTo>
                <a:cubicBezTo>
                  <a:pt x="117334" y="5864"/>
                  <a:pt x="125638" y="0"/>
                  <a:pt x="134952" y="0"/>
                </a:cubicBezTo>
                <a:cubicBezTo>
                  <a:pt x="144265" y="0"/>
                  <a:pt x="152569" y="5864"/>
                  <a:pt x="155684" y="14640"/>
                </a:cubicBezTo>
                <a:lnTo>
                  <a:pt x="160964" y="29483"/>
                </a:lnTo>
                <a:cubicBezTo>
                  <a:pt x="163047" y="35348"/>
                  <a:pt x="167519" y="40055"/>
                  <a:pt x="173269" y="42437"/>
                </a:cubicBezTo>
                <a:cubicBezTo>
                  <a:pt x="179019" y="44819"/>
                  <a:pt x="185509" y="44652"/>
                  <a:pt x="191130" y="41979"/>
                </a:cubicBezTo>
                <a:lnTo>
                  <a:pt x="205350" y="35209"/>
                </a:lnTo>
                <a:cubicBezTo>
                  <a:pt x="213763" y="31175"/>
                  <a:pt x="223806" y="32890"/>
                  <a:pt x="230404" y="39488"/>
                </a:cubicBezTo>
                <a:cubicBezTo>
                  <a:pt x="237001" y="46085"/>
                  <a:pt x="238717" y="56128"/>
                  <a:pt x="234683" y="64541"/>
                </a:cubicBezTo>
                <a:lnTo>
                  <a:pt x="227925" y="78774"/>
                </a:lnTo>
                <a:cubicBezTo>
                  <a:pt x="225251" y="84394"/>
                  <a:pt x="225084" y="90884"/>
                  <a:pt x="227466" y="96635"/>
                </a:cubicBezTo>
                <a:cubicBezTo>
                  <a:pt x="229848" y="102385"/>
                  <a:pt x="234555" y="106856"/>
                  <a:pt x="240420" y="108939"/>
                </a:cubicBezTo>
                <a:lnTo>
                  <a:pt x="255263" y="114219"/>
                </a:lnTo>
                <a:cubicBezTo>
                  <a:pt x="264040" y="117334"/>
                  <a:pt x="269904" y="125638"/>
                  <a:pt x="269904" y="134952"/>
                </a:cubicBezTo>
                <a:cubicBezTo>
                  <a:pt x="269904" y="144265"/>
                  <a:pt x="264040" y="152569"/>
                  <a:pt x="255263" y="155684"/>
                </a:cubicBezTo>
                <a:lnTo>
                  <a:pt x="240420" y="160964"/>
                </a:lnTo>
                <a:cubicBezTo>
                  <a:pt x="234555" y="163047"/>
                  <a:pt x="229848" y="167518"/>
                  <a:pt x="227466" y="173269"/>
                </a:cubicBezTo>
                <a:cubicBezTo>
                  <a:pt x="225084" y="179019"/>
                  <a:pt x="225251" y="185509"/>
                  <a:pt x="227925" y="191130"/>
                </a:cubicBezTo>
                <a:lnTo>
                  <a:pt x="234683" y="205338"/>
                </a:lnTo>
                <a:cubicBezTo>
                  <a:pt x="238717" y="213752"/>
                  <a:pt x="237001" y="223795"/>
                  <a:pt x="230404" y="230392"/>
                </a:cubicBezTo>
                <a:cubicBezTo>
                  <a:pt x="223806" y="236990"/>
                  <a:pt x="213763" y="238705"/>
                  <a:pt x="205350" y="234671"/>
                </a:cubicBezTo>
                <a:lnTo>
                  <a:pt x="191118" y="227913"/>
                </a:lnTo>
              </a:path>
            </a:pathLst>
          </a:custGeom>
          <a:noFill/>
          <a:ln w="8800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3" name="Group 12"/>
          <p:cNvGrpSpPr/>
          <p:nvPr/>
        </p:nvGrpSpPr>
        <p:grpSpPr>
          <a:xfrm>
            <a:off x="390525" y="2119334"/>
            <a:ext cx="2447925" cy="617219"/>
            <a:chOff x="390525" y="2114572"/>
            <a:chExt cx="2447925" cy="617219"/>
          </a:xfrm>
        </p:grpSpPr>
        <p:sp>
          <p:nvSpPr>
            <p:cNvPr id="10" name="TextBox 9"/>
            <p:cNvSpPr txBox="1"/>
            <p:nvPr/>
          </p:nvSpPr>
          <p:spPr>
            <a:xfrm>
              <a:off x="390525" y="2114572"/>
              <a:ext cx="2815113" cy="205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C5C8E8"/>
                  </a:solidFill>
                  <a:latin typeface="Montserrat"/>
                </a:rPr>
                <a:t>Roadmap: Current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0525" y="2320312"/>
              <a:ext cx="281511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C5C8E8"/>
                  </a:solidFill>
                  <a:latin typeface="Montserrat"/>
                </a:rPr>
                <a:t>capabilities and planned AI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0525" y="2526052"/>
              <a:ext cx="2815113" cy="205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C5C8E8"/>
                  </a:solidFill>
                  <a:latin typeface="Montserrat"/>
                </a:rPr>
                <a:t>enhancements</a:t>
              </a:r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6325316" y="2452378"/>
            <a:ext cx="246394" cy="271037"/>
          </a:xfrm>
          <a:custGeom>
            <a:avLst/>
            <a:gdLst/>
            <a:ahLst/>
            <a:cxnLst/>
            <a:rect l="0" t="0" r="0" b="0"/>
            <a:pathLst>
              <a:path w="246394" h="271037">
                <a:moveTo>
                  <a:pt x="52798" y="112170"/>
                </a:moveTo>
                <a:cubicBezTo>
                  <a:pt x="52798" y="82822"/>
                  <a:pt x="76590" y="59031"/>
                  <a:pt x="105938" y="59031"/>
                </a:cubicBezTo>
                <a:cubicBezTo>
                  <a:pt x="135286" y="59031"/>
                  <a:pt x="159077" y="82822"/>
                  <a:pt x="159077" y="112170"/>
                </a:cubicBezTo>
                <a:cubicBezTo>
                  <a:pt x="159077" y="141518"/>
                  <a:pt x="135286" y="165309"/>
                  <a:pt x="105938" y="165309"/>
                </a:cubicBezTo>
                <a:cubicBezTo>
                  <a:pt x="76590" y="165309"/>
                  <a:pt x="52798" y="141518"/>
                  <a:pt x="52798" y="112170"/>
                </a:cubicBezTo>
                <a:close/>
                <a:moveTo>
                  <a:pt x="181862" y="188095"/>
                </a:moveTo>
                <a:lnTo>
                  <a:pt x="143519" y="149751"/>
                </a:lnTo>
                <a:moveTo>
                  <a:pt x="0" y="38791"/>
                </a:moveTo>
                <a:lnTo>
                  <a:pt x="0" y="128397"/>
                </a:lnTo>
                <a:cubicBezTo>
                  <a:pt x="706" y="189047"/>
                  <a:pt x="39227" y="242796"/>
                  <a:pt x="96434" y="262952"/>
                </a:cubicBezTo>
                <a:lnTo>
                  <a:pt x="109587" y="267810"/>
                </a:lnTo>
                <a:cubicBezTo>
                  <a:pt x="118373" y="271037"/>
                  <a:pt x="128021" y="271037"/>
                  <a:pt x="136807" y="267810"/>
                </a:cubicBezTo>
                <a:lnTo>
                  <a:pt x="149960" y="262952"/>
                </a:lnTo>
                <a:cubicBezTo>
                  <a:pt x="207167" y="242796"/>
                  <a:pt x="245688" y="189047"/>
                  <a:pt x="246394" y="128397"/>
                </a:cubicBezTo>
                <a:lnTo>
                  <a:pt x="246394" y="38791"/>
                </a:lnTo>
                <a:cubicBezTo>
                  <a:pt x="246370" y="31596"/>
                  <a:pt x="242060" y="25106"/>
                  <a:pt x="235436" y="22295"/>
                </a:cubicBezTo>
                <a:cubicBezTo>
                  <a:pt x="199894" y="7460"/>
                  <a:pt x="161709" y="0"/>
                  <a:pt x="123197" y="366"/>
                </a:cubicBezTo>
                <a:cubicBezTo>
                  <a:pt x="84685" y="0"/>
                  <a:pt x="46500" y="7460"/>
                  <a:pt x="10958" y="22295"/>
                </a:cubicBezTo>
                <a:cubicBezTo>
                  <a:pt x="4334" y="25106"/>
                  <a:pt x="24" y="31596"/>
                  <a:pt x="0" y="38791"/>
                </a:cubicBezTo>
                <a:close/>
              </a:path>
            </a:pathLst>
          </a:custGeom>
          <a:noFill/>
          <a:ln w="8800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8" name="Group 17"/>
          <p:cNvGrpSpPr/>
          <p:nvPr/>
        </p:nvGrpSpPr>
        <p:grpSpPr>
          <a:xfrm>
            <a:off x="8080032" y="2306078"/>
            <a:ext cx="679284" cy="380085"/>
            <a:chOff x="8080032" y="2301316"/>
            <a:chExt cx="679284" cy="380085"/>
          </a:xfrm>
        </p:grpSpPr>
        <p:sp>
          <p:nvSpPr>
            <p:cNvPr id="15" name="TextBox 14"/>
            <p:cNvSpPr txBox="1"/>
            <p:nvPr/>
          </p:nvSpPr>
          <p:spPr>
            <a:xfrm>
              <a:off x="8029086" y="2301316"/>
              <a:ext cx="781176" cy="126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68D5E9"/>
                  </a:solidFill>
                  <a:latin typeface="Montserrat"/>
                </a:rPr>
                <a:t>Advanced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029086" y="2427998"/>
              <a:ext cx="781176" cy="126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68D5E9"/>
                  </a:solidFill>
                  <a:latin typeface="Montserrat"/>
                </a:rPr>
                <a:t>Recommen-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029086" y="2554681"/>
              <a:ext cx="781176" cy="1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68D5E9"/>
                  </a:solidFill>
                  <a:latin typeface="Montserrat"/>
                </a:rPr>
                <a:t>dations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90525" y="376236"/>
            <a:ext cx="6237240" cy="3600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700" b="1">
                <a:solidFill>
                  <a:srgbClr val="68D5E9"/>
                </a:solidFill>
                <a:latin typeface="Montserrat"/>
              </a:rPr>
              <a:t>Key Features &amp; Future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9026" y="2587672"/>
            <a:ext cx="790137" cy="1267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>
                <a:solidFill>
                  <a:srgbClr val="68D5E9"/>
                </a:solidFill>
                <a:latin typeface="Montserrat"/>
              </a:rPr>
              <a:t>AI Discovery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2497" y="3013284"/>
            <a:ext cx="269720" cy="272509"/>
          </a:xfrm>
          <a:custGeom>
            <a:avLst/>
            <a:gdLst/>
            <a:ahLst/>
            <a:cxnLst/>
            <a:rect l="0" t="0" r="0" b="0"/>
            <a:pathLst>
              <a:path w="269720" h="272509">
                <a:moveTo>
                  <a:pt x="107648" y="125846"/>
                </a:moveTo>
                <a:lnTo>
                  <a:pt x="107648" y="139409"/>
                </a:lnTo>
                <a:moveTo>
                  <a:pt x="128274" y="106111"/>
                </a:moveTo>
                <a:cubicBezTo>
                  <a:pt x="98041" y="94744"/>
                  <a:pt x="64307" y="109954"/>
                  <a:pt x="52807" y="140137"/>
                </a:cubicBezTo>
                <a:moveTo>
                  <a:pt x="121340" y="43714"/>
                </a:moveTo>
                <a:cubicBezTo>
                  <a:pt x="130560" y="43723"/>
                  <a:pt x="139685" y="41859"/>
                  <a:pt x="148162" y="38235"/>
                </a:cubicBezTo>
                <a:cubicBezTo>
                  <a:pt x="145925" y="20891"/>
                  <a:pt x="132886" y="6901"/>
                  <a:pt x="115743" y="3450"/>
                </a:cubicBezTo>
                <a:cubicBezTo>
                  <a:pt x="98600" y="0"/>
                  <a:pt x="81163" y="7855"/>
                  <a:pt x="72390" y="22982"/>
                </a:cubicBezTo>
                <a:cubicBezTo>
                  <a:pt x="85225" y="36238"/>
                  <a:pt x="102889" y="43719"/>
                  <a:pt x="121340" y="43714"/>
                </a:cubicBezTo>
                <a:close/>
                <a:moveTo>
                  <a:pt x="66582" y="43714"/>
                </a:moveTo>
                <a:cubicBezTo>
                  <a:pt x="66582" y="66394"/>
                  <a:pt x="84968" y="84780"/>
                  <a:pt x="107648" y="84780"/>
                </a:cubicBezTo>
                <a:cubicBezTo>
                  <a:pt x="130328" y="84780"/>
                  <a:pt x="148714" y="66394"/>
                  <a:pt x="148714" y="43714"/>
                </a:cubicBezTo>
                <a:cubicBezTo>
                  <a:pt x="148714" y="21034"/>
                  <a:pt x="130328" y="2648"/>
                  <a:pt x="107648" y="2648"/>
                </a:cubicBezTo>
                <a:cubicBezTo>
                  <a:pt x="84968" y="2648"/>
                  <a:pt x="66582" y="21034"/>
                  <a:pt x="66582" y="43714"/>
                </a:cubicBezTo>
                <a:moveTo>
                  <a:pt x="166876" y="151846"/>
                </a:moveTo>
                <a:cubicBezTo>
                  <a:pt x="166869" y="176767"/>
                  <a:pt x="187069" y="196973"/>
                  <a:pt x="211990" y="196973"/>
                </a:cubicBezTo>
                <a:cubicBezTo>
                  <a:pt x="236911" y="196973"/>
                  <a:pt x="257111" y="176767"/>
                  <a:pt x="257104" y="151846"/>
                </a:cubicBezTo>
                <a:cubicBezTo>
                  <a:pt x="257111" y="126926"/>
                  <a:pt x="236911" y="106720"/>
                  <a:pt x="211990" y="106720"/>
                </a:cubicBezTo>
                <a:cubicBezTo>
                  <a:pt x="187069" y="106720"/>
                  <a:pt x="166869" y="126926"/>
                  <a:pt x="166876" y="151846"/>
                </a:cubicBezTo>
                <a:moveTo>
                  <a:pt x="154568" y="270796"/>
                </a:moveTo>
                <a:lnTo>
                  <a:pt x="154568" y="270796"/>
                </a:lnTo>
                <a:cubicBezTo>
                  <a:pt x="154272" y="250084"/>
                  <a:pt x="165153" y="230817"/>
                  <a:pt x="183043" y="220374"/>
                </a:cubicBezTo>
                <a:cubicBezTo>
                  <a:pt x="200932" y="209931"/>
                  <a:pt x="223059" y="209931"/>
                  <a:pt x="240949" y="220374"/>
                </a:cubicBezTo>
                <a:cubicBezTo>
                  <a:pt x="258839" y="230817"/>
                  <a:pt x="269720" y="250084"/>
                  <a:pt x="269424" y="270796"/>
                </a:cubicBezTo>
                <a:lnTo>
                  <a:pt x="269424" y="270796"/>
                </a:lnTo>
                <a:moveTo>
                  <a:pt x="128274" y="229672"/>
                </a:moveTo>
                <a:lnTo>
                  <a:pt x="6356" y="229672"/>
                </a:lnTo>
                <a:cubicBezTo>
                  <a:pt x="4281" y="229671"/>
                  <a:pt x="2351" y="228607"/>
                  <a:pt x="1242" y="226853"/>
                </a:cubicBezTo>
                <a:cubicBezTo>
                  <a:pt x="133" y="225099"/>
                  <a:pt x="0" y="222900"/>
                  <a:pt x="888" y="221025"/>
                </a:cubicBezTo>
                <a:lnTo>
                  <a:pt x="22113" y="176544"/>
                </a:lnTo>
                <a:cubicBezTo>
                  <a:pt x="24123" y="172340"/>
                  <a:pt x="28366" y="169662"/>
                  <a:pt x="33025" y="169657"/>
                </a:cubicBezTo>
                <a:lnTo>
                  <a:pt x="138623" y="169657"/>
                </a:lnTo>
                <a:moveTo>
                  <a:pt x="14452" y="230165"/>
                </a:moveTo>
                <a:lnTo>
                  <a:pt x="14452" y="272509"/>
                </a:lnTo>
                <a:moveTo>
                  <a:pt x="175125" y="125846"/>
                </a:moveTo>
                <a:cubicBezTo>
                  <a:pt x="205337" y="156059"/>
                  <a:pt x="239657" y="151846"/>
                  <a:pt x="257116" y="151846"/>
                </a:cubicBezTo>
                <a:moveTo>
                  <a:pt x="211990" y="234037"/>
                </a:moveTo>
                <a:lnTo>
                  <a:pt x="211990" y="250123"/>
                </a:lnTo>
              </a:path>
            </a:pathLst>
          </a:custGeom>
          <a:noFill/>
          <a:ln w="8800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4" name="Group 23"/>
          <p:cNvGrpSpPr/>
          <p:nvPr/>
        </p:nvGrpSpPr>
        <p:grpSpPr>
          <a:xfrm>
            <a:off x="6115215" y="2869263"/>
            <a:ext cx="666588" cy="253402"/>
            <a:chOff x="6115215" y="2864501"/>
            <a:chExt cx="666588" cy="253402"/>
          </a:xfrm>
        </p:grpSpPr>
        <p:sp>
          <p:nvSpPr>
            <p:cNvPr id="22" name="TextBox 21"/>
            <p:cNvSpPr txBox="1"/>
            <p:nvPr/>
          </p:nvSpPr>
          <p:spPr>
            <a:xfrm>
              <a:off x="6065221" y="2864501"/>
              <a:ext cx="766576" cy="126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68D5E9"/>
                  </a:solidFill>
                  <a:latin typeface="Montserrat"/>
                </a:rPr>
                <a:t>Moderation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065221" y="2991183"/>
              <a:ext cx="766576" cy="1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68D5E9"/>
                  </a:solidFill>
                  <a:latin typeface="Montserrat"/>
                </a:rPr>
                <a:t>Tools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90525" y="2907999"/>
            <a:ext cx="2025329" cy="857202"/>
            <a:chOff x="390525" y="2903237"/>
            <a:chExt cx="2025329" cy="857202"/>
          </a:xfrm>
        </p:grpSpPr>
        <p:sp>
          <p:nvSpPr>
            <p:cNvPr id="25" name="TextBox 24"/>
            <p:cNvSpPr txBox="1"/>
            <p:nvPr/>
          </p:nvSpPr>
          <p:spPr>
            <a:xfrm>
              <a:off x="390525" y="2903237"/>
              <a:ext cx="2329128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Current: Role-based access,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0525" y="3074687"/>
              <a:ext cx="2329128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Mentorship, Payments, and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90525" y="3246137"/>
              <a:ext cx="2329128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Moderation. Future: AI-assisted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90525" y="3417587"/>
              <a:ext cx="2329128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discovery and advanced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0525" y="3589037"/>
              <a:ext cx="2329128" cy="17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C5C8E8"/>
                  </a:solidFill>
                  <a:latin typeface="Montserrat"/>
                </a:rPr>
                <a:t>recommendation systems.</a:t>
              </a:r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3368577" y="3297282"/>
            <a:ext cx="246394" cy="270347"/>
          </a:xfrm>
          <a:custGeom>
            <a:avLst/>
            <a:gdLst/>
            <a:ahLst/>
            <a:cxnLst/>
            <a:rect l="0" t="0" r="0" b="0"/>
            <a:pathLst>
              <a:path w="246394" h="270347">
                <a:moveTo>
                  <a:pt x="152530" y="117574"/>
                </a:moveTo>
                <a:lnTo>
                  <a:pt x="234661" y="117574"/>
                </a:lnTo>
                <a:cubicBezTo>
                  <a:pt x="234661" y="117574"/>
                  <a:pt x="246394" y="117574"/>
                  <a:pt x="246394" y="129307"/>
                </a:cubicBezTo>
                <a:lnTo>
                  <a:pt x="246394" y="187972"/>
                </a:lnTo>
                <a:cubicBezTo>
                  <a:pt x="246394" y="187972"/>
                  <a:pt x="246394" y="199705"/>
                  <a:pt x="234661" y="199705"/>
                </a:cubicBezTo>
                <a:lnTo>
                  <a:pt x="152530" y="199705"/>
                </a:lnTo>
                <a:cubicBezTo>
                  <a:pt x="152530" y="199705"/>
                  <a:pt x="140797" y="199705"/>
                  <a:pt x="140797" y="187972"/>
                </a:cubicBezTo>
                <a:lnTo>
                  <a:pt x="140797" y="129307"/>
                </a:lnTo>
                <a:cubicBezTo>
                  <a:pt x="140797" y="129307"/>
                  <a:pt x="140797" y="117574"/>
                  <a:pt x="152530" y="117574"/>
                </a:cubicBezTo>
                <a:moveTo>
                  <a:pt x="193596" y="176239"/>
                </a:moveTo>
                <a:lnTo>
                  <a:pt x="193596" y="146906"/>
                </a:lnTo>
                <a:moveTo>
                  <a:pt x="158396" y="117574"/>
                </a:moveTo>
                <a:lnTo>
                  <a:pt x="158396" y="105841"/>
                </a:lnTo>
                <a:cubicBezTo>
                  <a:pt x="158396" y="86401"/>
                  <a:pt x="174156" y="70641"/>
                  <a:pt x="193596" y="70641"/>
                </a:cubicBezTo>
                <a:cubicBezTo>
                  <a:pt x="213036" y="70641"/>
                  <a:pt x="228795" y="86401"/>
                  <a:pt x="228795" y="105841"/>
                </a:cubicBezTo>
                <a:lnTo>
                  <a:pt x="228795" y="117574"/>
                </a:lnTo>
                <a:moveTo>
                  <a:pt x="193596" y="143973"/>
                </a:moveTo>
                <a:cubicBezTo>
                  <a:pt x="191976" y="143973"/>
                  <a:pt x="190662" y="145286"/>
                  <a:pt x="190662" y="146906"/>
                </a:cubicBezTo>
                <a:lnTo>
                  <a:pt x="190662" y="146906"/>
                </a:lnTo>
                <a:cubicBezTo>
                  <a:pt x="190662" y="148526"/>
                  <a:pt x="191976" y="149840"/>
                  <a:pt x="193596" y="149840"/>
                </a:cubicBezTo>
                <a:lnTo>
                  <a:pt x="193596" y="149840"/>
                </a:lnTo>
                <a:cubicBezTo>
                  <a:pt x="195216" y="149840"/>
                  <a:pt x="196529" y="148526"/>
                  <a:pt x="196529" y="146906"/>
                </a:cubicBezTo>
                <a:lnTo>
                  <a:pt x="196529" y="146906"/>
                </a:lnTo>
                <a:cubicBezTo>
                  <a:pt x="196529" y="145286"/>
                  <a:pt x="195216" y="143973"/>
                  <a:pt x="193596" y="143973"/>
                </a:cubicBezTo>
                <a:lnTo>
                  <a:pt x="193596" y="143973"/>
                </a:lnTo>
                <a:moveTo>
                  <a:pt x="105597" y="23709"/>
                </a:moveTo>
                <a:lnTo>
                  <a:pt x="193596" y="23709"/>
                </a:lnTo>
                <a:cubicBezTo>
                  <a:pt x="196836" y="23709"/>
                  <a:pt x="199462" y="26336"/>
                  <a:pt x="199462" y="29576"/>
                </a:cubicBezTo>
                <a:lnTo>
                  <a:pt x="199462" y="47175"/>
                </a:lnTo>
                <a:moveTo>
                  <a:pt x="199462" y="223418"/>
                </a:moveTo>
                <a:lnTo>
                  <a:pt x="199462" y="240771"/>
                </a:lnTo>
                <a:cubicBezTo>
                  <a:pt x="199462" y="244011"/>
                  <a:pt x="196836" y="246638"/>
                  <a:pt x="193596" y="246638"/>
                </a:cubicBezTo>
                <a:lnTo>
                  <a:pt x="105597" y="246638"/>
                </a:lnTo>
                <a:moveTo>
                  <a:pt x="0" y="243388"/>
                </a:moveTo>
                <a:cubicBezTo>
                  <a:pt x="1" y="246139"/>
                  <a:pt x="1913" y="248519"/>
                  <a:pt x="4599" y="249113"/>
                </a:cubicBezTo>
                <a:lnTo>
                  <a:pt x="98464" y="269963"/>
                </a:lnTo>
                <a:cubicBezTo>
                  <a:pt x="100200" y="270347"/>
                  <a:pt x="102016" y="269923"/>
                  <a:pt x="103403" y="268810"/>
                </a:cubicBezTo>
                <a:cubicBezTo>
                  <a:pt x="104790" y="267697"/>
                  <a:pt x="105597" y="266015"/>
                  <a:pt x="105597" y="264237"/>
                </a:cubicBezTo>
                <a:lnTo>
                  <a:pt x="105597" y="6109"/>
                </a:lnTo>
                <a:cubicBezTo>
                  <a:pt x="105597" y="4331"/>
                  <a:pt x="104790" y="2649"/>
                  <a:pt x="103403" y="1537"/>
                </a:cubicBezTo>
                <a:cubicBezTo>
                  <a:pt x="102016" y="424"/>
                  <a:pt x="100200" y="0"/>
                  <a:pt x="98464" y="384"/>
                </a:cubicBezTo>
                <a:lnTo>
                  <a:pt x="4599" y="21245"/>
                </a:lnTo>
                <a:cubicBezTo>
                  <a:pt x="1913" y="21839"/>
                  <a:pt x="1" y="24220"/>
                  <a:pt x="0" y="26971"/>
                </a:cubicBezTo>
                <a:close/>
                <a:moveTo>
                  <a:pt x="46932" y="135173"/>
                </a:moveTo>
                <a:cubicBezTo>
                  <a:pt x="46932" y="125453"/>
                  <a:pt x="54812" y="117574"/>
                  <a:pt x="64532" y="117574"/>
                </a:cubicBezTo>
                <a:cubicBezTo>
                  <a:pt x="74252" y="117574"/>
                  <a:pt x="82131" y="125453"/>
                  <a:pt x="82131" y="135173"/>
                </a:cubicBezTo>
                <a:cubicBezTo>
                  <a:pt x="82131" y="144893"/>
                  <a:pt x="74252" y="152773"/>
                  <a:pt x="64532" y="152773"/>
                </a:cubicBezTo>
                <a:cubicBezTo>
                  <a:pt x="54812" y="152773"/>
                  <a:pt x="46932" y="144893"/>
                  <a:pt x="46932" y="135173"/>
                </a:cubicBezTo>
              </a:path>
            </a:pathLst>
          </a:custGeom>
          <a:noFill/>
          <a:ln w="8800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4" name="Group 33"/>
          <p:cNvGrpSpPr/>
          <p:nvPr/>
        </p:nvGrpSpPr>
        <p:grpSpPr>
          <a:xfrm>
            <a:off x="5197825" y="3150860"/>
            <a:ext cx="530228" cy="253402"/>
            <a:chOff x="5197825" y="3146098"/>
            <a:chExt cx="530228" cy="253402"/>
          </a:xfrm>
        </p:grpSpPr>
        <p:sp>
          <p:nvSpPr>
            <p:cNvPr id="32" name="TextBox 31"/>
            <p:cNvSpPr txBox="1"/>
            <p:nvPr/>
          </p:nvSpPr>
          <p:spPr>
            <a:xfrm>
              <a:off x="5158058" y="3146098"/>
              <a:ext cx="609762" cy="126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68D5E9"/>
                  </a:solidFill>
                  <a:latin typeface="Montserrat"/>
                </a:rPr>
                <a:t>Payment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158058" y="3272780"/>
              <a:ext cx="609762" cy="1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68D5E9"/>
                  </a:solidFill>
                  <a:latin typeface="Montserrat"/>
                </a:rPr>
                <a:t>System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145646" y="3432452"/>
            <a:ext cx="663416" cy="253402"/>
            <a:chOff x="4145646" y="3427690"/>
            <a:chExt cx="663416" cy="253402"/>
          </a:xfrm>
        </p:grpSpPr>
        <p:sp>
          <p:nvSpPr>
            <p:cNvPr id="35" name="TextBox 34"/>
            <p:cNvSpPr txBox="1"/>
            <p:nvPr/>
          </p:nvSpPr>
          <p:spPr>
            <a:xfrm>
              <a:off x="4095890" y="3427690"/>
              <a:ext cx="762928" cy="126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68D5E9"/>
                  </a:solidFill>
                  <a:latin typeface="Montserrat"/>
                </a:rPr>
                <a:t>Mentorship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095890" y="3554372"/>
              <a:ext cx="762928" cy="1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68D5E9"/>
                  </a:solidFill>
                  <a:latin typeface="Montserrat"/>
                </a:rPr>
                <a:t>Program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162123" y="3714049"/>
            <a:ext cx="659301" cy="253402"/>
            <a:chOff x="3162123" y="3709287"/>
            <a:chExt cx="659301" cy="253402"/>
          </a:xfrm>
        </p:grpSpPr>
        <p:sp>
          <p:nvSpPr>
            <p:cNvPr id="38" name="TextBox 37"/>
            <p:cNvSpPr txBox="1"/>
            <p:nvPr/>
          </p:nvSpPr>
          <p:spPr>
            <a:xfrm>
              <a:off x="3112676" y="3709287"/>
              <a:ext cx="758196" cy="126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68D5E9"/>
                  </a:solidFill>
                  <a:latin typeface="Montserrat"/>
                </a:rPr>
                <a:t>Role-Based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112676" y="3835969"/>
              <a:ext cx="758196" cy="1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68D5E9"/>
                  </a:solidFill>
                  <a:latin typeface="Montserrat"/>
                </a:rPr>
                <a:t>Access</a:t>
              </a:r>
            </a:p>
          </p:txBody>
        </p:sp>
      </p:grpSp>
      <p:sp>
        <p:nvSpPr>
          <p:cNvPr id="41" name="Rounded Rectangle 40"/>
          <p:cNvSpPr/>
          <p:nvPr/>
        </p:nvSpPr>
        <p:spPr>
          <a:xfrm>
            <a:off x="5330526" y="2734923"/>
            <a:ext cx="267415" cy="268687"/>
          </a:xfrm>
          <a:custGeom>
            <a:avLst/>
            <a:gdLst/>
            <a:ahLst/>
            <a:cxnLst/>
            <a:rect l="0" t="0" r="0" b="0"/>
            <a:pathLst>
              <a:path w="267415" h="268687">
                <a:moveTo>
                  <a:pt x="154876" y="240528"/>
                </a:moveTo>
                <a:lnTo>
                  <a:pt x="170411" y="240528"/>
                </a:lnTo>
                <a:cubicBezTo>
                  <a:pt x="190024" y="240528"/>
                  <a:pt x="208339" y="230728"/>
                  <a:pt x="219221" y="214410"/>
                </a:cubicBezTo>
                <a:lnTo>
                  <a:pt x="261178" y="151462"/>
                </a:lnTo>
                <a:cubicBezTo>
                  <a:pt x="267415" y="142108"/>
                  <a:pt x="265464" y="129539"/>
                  <a:pt x="256684" y="122516"/>
                </a:cubicBezTo>
                <a:lnTo>
                  <a:pt x="256684" y="122516"/>
                </a:lnTo>
                <a:cubicBezTo>
                  <a:pt x="248642" y="116087"/>
                  <a:pt x="237185" y="116205"/>
                  <a:pt x="229276" y="122798"/>
                </a:cubicBezTo>
                <a:lnTo>
                  <a:pt x="207675" y="140797"/>
                </a:lnTo>
                <a:lnTo>
                  <a:pt x="207675" y="46932"/>
                </a:lnTo>
                <a:cubicBezTo>
                  <a:pt x="207675" y="37212"/>
                  <a:pt x="199796" y="29332"/>
                  <a:pt x="190076" y="29332"/>
                </a:cubicBezTo>
                <a:cubicBezTo>
                  <a:pt x="180356" y="29332"/>
                  <a:pt x="172476" y="37212"/>
                  <a:pt x="172476" y="46932"/>
                </a:cubicBezTo>
                <a:lnTo>
                  <a:pt x="172476" y="17599"/>
                </a:lnTo>
                <a:cubicBezTo>
                  <a:pt x="172476" y="7879"/>
                  <a:pt x="164596" y="0"/>
                  <a:pt x="154876" y="0"/>
                </a:cubicBezTo>
                <a:cubicBezTo>
                  <a:pt x="145156" y="0"/>
                  <a:pt x="137277" y="7879"/>
                  <a:pt x="137277" y="17599"/>
                </a:cubicBezTo>
                <a:lnTo>
                  <a:pt x="137277" y="35199"/>
                </a:lnTo>
                <a:cubicBezTo>
                  <a:pt x="137277" y="25479"/>
                  <a:pt x="129397" y="17599"/>
                  <a:pt x="119677" y="17599"/>
                </a:cubicBezTo>
                <a:cubicBezTo>
                  <a:pt x="109957" y="17599"/>
                  <a:pt x="102077" y="25479"/>
                  <a:pt x="102077" y="35199"/>
                </a:cubicBezTo>
                <a:lnTo>
                  <a:pt x="102077" y="70398"/>
                </a:lnTo>
                <a:cubicBezTo>
                  <a:pt x="102077" y="60678"/>
                  <a:pt x="94198" y="52798"/>
                  <a:pt x="84478" y="52798"/>
                </a:cubicBezTo>
                <a:cubicBezTo>
                  <a:pt x="74758" y="52798"/>
                  <a:pt x="66878" y="60678"/>
                  <a:pt x="66878" y="70398"/>
                </a:cubicBezTo>
                <a:lnTo>
                  <a:pt x="66878" y="87998"/>
                </a:lnTo>
                <a:moveTo>
                  <a:pt x="102077" y="93864"/>
                </a:moveTo>
                <a:lnTo>
                  <a:pt x="102077" y="70398"/>
                </a:lnTo>
                <a:moveTo>
                  <a:pt x="137277" y="105597"/>
                </a:moveTo>
                <a:lnTo>
                  <a:pt x="137277" y="35199"/>
                </a:lnTo>
                <a:moveTo>
                  <a:pt x="172476" y="105597"/>
                </a:moveTo>
                <a:lnTo>
                  <a:pt x="172476" y="35199"/>
                </a:lnTo>
                <a:moveTo>
                  <a:pt x="0" y="146663"/>
                </a:moveTo>
                <a:cubicBezTo>
                  <a:pt x="0" y="163511"/>
                  <a:pt x="27316" y="177169"/>
                  <a:pt x="61012" y="177169"/>
                </a:cubicBezTo>
                <a:cubicBezTo>
                  <a:pt x="94708" y="177169"/>
                  <a:pt x="122024" y="163511"/>
                  <a:pt x="122024" y="146663"/>
                </a:cubicBezTo>
                <a:cubicBezTo>
                  <a:pt x="122024" y="129815"/>
                  <a:pt x="94708" y="116157"/>
                  <a:pt x="61012" y="116157"/>
                </a:cubicBezTo>
                <a:cubicBezTo>
                  <a:pt x="27316" y="116157"/>
                  <a:pt x="0" y="129815"/>
                  <a:pt x="0" y="146663"/>
                </a:cubicBezTo>
                <a:moveTo>
                  <a:pt x="0" y="146663"/>
                </a:moveTo>
                <a:lnTo>
                  <a:pt x="0" y="238181"/>
                </a:lnTo>
                <a:cubicBezTo>
                  <a:pt x="0" y="255030"/>
                  <a:pt x="27314" y="268687"/>
                  <a:pt x="61012" y="268687"/>
                </a:cubicBezTo>
                <a:cubicBezTo>
                  <a:pt x="94709" y="268687"/>
                  <a:pt x="122024" y="255030"/>
                  <a:pt x="122024" y="238181"/>
                </a:cubicBezTo>
                <a:lnTo>
                  <a:pt x="122024" y="146663"/>
                </a:lnTo>
                <a:moveTo>
                  <a:pt x="122024" y="177169"/>
                </a:moveTo>
                <a:cubicBezTo>
                  <a:pt x="122024" y="194018"/>
                  <a:pt x="94697" y="207675"/>
                  <a:pt x="61012" y="207675"/>
                </a:cubicBezTo>
                <a:cubicBezTo>
                  <a:pt x="27326" y="207675"/>
                  <a:pt x="0" y="194018"/>
                  <a:pt x="0" y="177169"/>
                </a:cubicBezTo>
                <a:moveTo>
                  <a:pt x="122024" y="207675"/>
                </a:moveTo>
                <a:cubicBezTo>
                  <a:pt x="122024" y="224524"/>
                  <a:pt x="94697" y="238181"/>
                  <a:pt x="61012" y="238181"/>
                </a:cubicBezTo>
                <a:cubicBezTo>
                  <a:pt x="27326" y="238181"/>
                  <a:pt x="0" y="224524"/>
                  <a:pt x="0" y="207675"/>
                </a:cubicBezTo>
              </a:path>
            </a:pathLst>
          </a:custGeom>
          <a:noFill/>
          <a:ln w="8800">
            <a:solidFill>
              <a:srgbClr val="68D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8867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61C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048000" y="0"/>
            <a:ext cx="6096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525" y="409575"/>
            <a:ext cx="874842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C5C8E8"/>
                </a:solidFill>
                <a:latin typeface="Montserrat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475" y="82867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C5C8E8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390525" y="1619250"/>
            <a:ext cx="4894268" cy="1028700"/>
            <a:chOff x="390525" y="1619250"/>
            <a:chExt cx="4894268" cy="1028700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1619250"/>
              <a:ext cx="5628408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68D5E9"/>
                  </a:solidFill>
                  <a:latin typeface="Montserrat"/>
                </a:rPr>
                <a:t>One Platform for Learning,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1962150"/>
              <a:ext cx="5628408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68D5E9"/>
                  </a:solidFill>
                  <a:latin typeface="Montserrat"/>
                </a:rPr>
                <a:t>Knowledge Sharing &amp;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525" y="2305050"/>
              <a:ext cx="5628408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68D5E9"/>
                  </a:solidFill>
                  <a:latin typeface="Montserrat"/>
                </a:rPr>
                <a:t>Mentorship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90525" y="2838454"/>
            <a:ext cx="2266950" cy="685800"/>
            <a:chOff x="390525" y="2838454"/>
            <a:chExt cx="2266950" cy="685800"/>
          </a:xfrm>
        </p:grpSpPr>
        <p:sp>
          <p:nvSpPr>
            <p:cNvPr id="9" name="TextBox 8"/>
            <p:cNvSpPr txBox="1"/>
            <p:nvPr/>
          </p:nvSpPr>
          <p:spPr>
            <a:xfrm>
              <a:off x="390525" y="2838454"/>
              <a:ext cx="2606992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C5C8E8"/>
                  </a:solidFill>
                  <a:latin typeface="Montserrat"/>
                </a:rPr>
                <a:t>Learners learn. Creators create.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5" y="3009904"/>
              <a:ext cx="2606992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C5C8E8"/>
                  </a:solidFill>
                  <a:latin typeface="Montserrat"/>
                </a:rPr>
                <a:t>Experts mentor. Admins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0525" y="3181354"/>
              <a:ext cx="2606992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C5C8E8"/>
                  </a:solidFill>
                  <a:latin typeface="Montserrat"/>
                </a:rPr>
                <a:t>manage. All connected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0525" y="3352804"/>
              <a:ext cx="2606992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C5C8E8"/>
                  </a:solidFill>
                  <a:latin typeface="Montserrat"/>
                </a:rPr>
                <a:t>through CKM.</a:t>
              </a:r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371475" y="4276729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C5C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0525" y="4524379"/>
            <a:ext cx="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C5C8E8"/>
                </a:solidFill>
                <a:latin typeface="Montserrat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6700" y="4829140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61C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